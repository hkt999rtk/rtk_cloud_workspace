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  <p:sldMasterId id="2147483816" r:id="rId2"/>
    <p:sldMasterId id="2147483684" r:id="rId3"/>
    <p:sldMasterId id="2147483809" r:id="rId4"/>
  </p:sldMasterIdLst>
  <p:notesMasterIdLst>
    <p:notesMasterId r:id="rId18"/>
  </p:notesMasterIdLst>
  <p:handoutMasterIdLst>
    <p:handoutMasterId r:id="rId19"/>
  </p:handoutMasterIdLst>
  <p:sldIdLst>
    <p:sldId id="417" r:id="rId5"/>
    <p:sldId id="429" r:id="rId6"/>
    <p:sldId id="443" r:id="rId7"/>
    <p:sldId id="434" r:id="rId8"/>
    <p:sldId id="433" r:id="rId9"/>
    <p:sldId id="444" r:id="rId10"/>
    <p:sldId id="438" r:id="rId11"/>
    <p:sldId id="442" r:id="rId12"/>
    <p:sldId id="440" r:id="rId13"/>
    <p:sldId id="435" r:id="rId14"/>
    <p:sldId id="436" r:id="rId15"/>
    <p:sldId id="437" r:id="rId16"/>
    <p:sldId id="431" r:id="rId17"/>
  </p:sldIdLst>
  <p:sldSz cx="9144000" cy="5143500" type="screen16x9"/>
  <p:notesSz cx="6858000" cy="9144000"/>
  <p:defaultTextStyle>
    <a:defPPr>
      <a:defRPr lang="zh-TW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E84EB8A-8D51-4C47-97CB-4CE145CD55C3}">
          <p14:sldIdLst>
            <p14:sldId id="417"/>
            <p14:sldId id="429"/>
            <p14:sldId id="443"/>
            <p14:sldId id="434"/>
            <p14:sldId id="433"/>
            <p14:sldId id="444"/>
            <p14:sldId id="438"/>
            <p14:sldId id="442"/>
            <p14:sldId id="440"/>
            <p14:sldId id="435"/>
            <p14:sldId id="436"/>
            <p14:sldId id="437"/>
            <p14:sldId id="4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y Lin 林玫秀" initials="AL林" lastIdx="1" clrIdx="0">
    <p:extLst>
      <p:ext uri="{19B8F6BF-5375-455C-9EA6-DF929625EA0E}">
        <p15:presenceInfo xmlns:p15="http://schemas.microsoft.com/office/powerpoint/2012/main" userId="S::amylins@realtek.com::0242c81d-eb51-4d00-bd05-2159030046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D98"/>
    <a:srgbClr val="1F2C33"/>
    <a:srgbClr val="2D4D9B"/>
    <a:srgbClr val="D7EAF7"/>
    <a:srgbClr val="0B1216"/>
    <a:srgbClr val="2D3C4A"/>
    <a:srgbClr val="010407"/>
    <a:srgbClr val="03080C"/>
    <a:srgbClr val="1E2A35"/>
    <a:srgbClr val="7D9A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5799" autoAdjust="0"/>
  </p:normalViewPr>
  <p:slideViewPr>
    <p:cSldViewPr snapToGrid="0">
      <p:cViewPr varScale="1">
        <p:scale>
          <a:sx n="73" d="100"/>
          <a:sy n="73" d="100"/>
        </p:scale>
        <p:origin x="103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-818"/>
    </p:cViewPr>
  </p:sorterViewPr>
  <p:notesViewPr>
    <p:cSldViewPr snapToGrid="0">
      <p:cViewPr varScale="1">
        <p:scale>
          <a:sx n="67" d="100"/>
          <a:sy n="67" d="100"/>
        </p:scale>
        <p:origin x="311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工作表1!$A$2:$A$5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89-43D7-A84B-D82E7FA2364D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數列 2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89-43D7-A84B-D82E7FA2364D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數列 3</c:v>
                </c:pt>
              </c:strCache>
            </c:strRef>
          </c:tx>
          <c:spPr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35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89-43D7-A84B-D82E7FA2364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16561135"/>
        <c:axId val="1516562383"/>
      </c:barChart>
      <c:catAx>
        <c:axId val="1516561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16562383"/>
        <c:crosses val="autoZero"/>
        <c:auto val="1"/>
        <c:lblAlgn val="ctr"/>
        <c:lblOffset val="100"/>
        <c:noMultiLvlLbl val="0"/>
      </c:catAx>
      <c:valAx>
        <c:axId val="1516562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16561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產品1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E7-4E44-98DA-96F8A1C55305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產品2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E7-4E44-98DA-96F8A1C55305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產品3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E7-4E44-98DA-96F8A1C553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99684032"/>
        <c:axId val="899693600"/>
      </c:lineChart>
      <c:catAx>
        <c:axId val="899684032"/>
        <c:scaling>
          <c:orientation val="minMax"/>
        </c:scaling>
        <c:delete val="0"/>
        <c:axPos val="b"/>
        <c:title>
          <c:layout>
            <c:manualLayout>
              <c:xMode val="edge"/>
              <c:yMode val="edge"/>
              <c:x val="0.4446403754244912"/>
              <c:y val="0.795501307852595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99693600"/>
        <c:crosses val="autoZero"/>
        <c:auto val="1"/>
        <c:lblAlgn val="ctr"/>
        <c:lblOffset val="100"/>
        <c:noMultiLvlLbl val="0"/>
      </c:catAx>
      <c:valAx>
        <c:axId val="899693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99684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7093484526261341"/>
          <c:y val="0.89734940982901024"/>
          <c:w val="0.52376535859184103"/>
          <c:h val="6.53062861129711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DE7EB-9DE8-46D5-A4B4-EEA5E29D7D28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F0591-8DEB-4FCE-AE96-82F812BD59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3686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0F4F05B3-FD70-4CD3-B6C6-1B336E094DEB}" type="datetimeFigureOut">
              <a:rPr lang="zh-TW" altLang="en-US" smtClean="0"/>
              <a:pPr/>
              <a:t>2025/12/30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02D04DFD-51AD-476B-8CB7-051DB360028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76473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D04DFD-51AD-476B-8CB7-051DB360028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366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3417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6582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1140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D04DFD-51AD-476B-8CB7-051DB360028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992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B56E878-E2CE-BE94-EAB5-0E0DFEFBB7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65ECAEB-AA9C-B67D-5D84-95CDC950DF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942" y="870490"/>
            <a:ext cx="2578074" cy="52764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 h="0"/>
          </a:sp3d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71547" y="1692517"/>
            <a:ext cx="4993480" cy="87923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109138" y="2896676"/>
            <a:ext cx="4918297" cy="401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5" name="圆角矩形 20">
            <a:extLst>
              <a:ext uri="{FF2B5EF4-FFF2-40B4-BE49-F238E27FC236}">
                <a16:creationId xmlns:a16="http://schemas.microsoft.com/office/drawing/2014/main" id="{B251A0B5-3B08-7821-5174-DB941F33D682}"/>
              </a:ext>
            </a:extLst>
          </p:cNvPr>
          <p:cNvSpPr/>
          <p:nvPr userDrawn="1"/>
        </p:nvSpPr>
        <p:spPr>
          <a:xfrm>
            <a:off x="1861554" y="4529459"/>
            <a:ext cx="2706732" cy="228972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b="0" dirty="0">
                <a:solidFill>
                  <a:schemeClr val="tx1"/>
                </a:solidFill>
                <a:latin typeface="+mn-lt"/>
                <a:ea typeface="Microsoft JhengHei UI" panose="020B0604030504040204" pitchFamily="34" charset="-120"/>
                <a:cs typeface="Segoe UI" panose="020B0502040204020203" pitchFamily="34" charset="0"/>
              </a:rPr>
              <a:t>© 2026 Realtek Semiconductor Corp. All rights reserved</a:t>
            </a:r>
            <a:endParaRPr lang="zh-CN" altLang="en-US" sz="675" b="0" dirty="0">
              <a:solidFill>
                <a:schemeClr val="tx1"/>
              </a:solidFill>
              <a:latin typeface="+mn-lt"/>
              <a:ea typeface="Microsoft JhengHei UI" panose="020B0604030504040204" pitchFamily="34" charset="-120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0" y="4900141"/>
            <a:ext cx="9144000" cy="243359"/>
          </a:xfrm>
          <a:prstGeom prst="rect">
            <a:avLst/>
          </a:prstGeom>
          <a:solidFill>
            <a:schemeClr val="bg2">
              <a:lumMod val="25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</p:spTree>
    <p:extLst>
      <p:ext uri="{BB962C8B-B14F-4D97-AF65-F5344CB8AC3E}">
        <p14:creationId xmlns:p14="http://schemas.microsoft.com/office/powerpoint/2010/main" val="1036934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頁QR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93B0015E-E421-3588-158E-912B187BB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B7BF505-81C0-7A41-BB0E-EDBE51FC55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942" y="966158"/>
            <a:ext cx="1854555" cy="37956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 h="0"/>
          </a:sp3d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84329B3E-987E-9F8A-2BA0-397F20C70498}"/>
              </a:ext>
            </a:extLst>
          </p:cNvPr>
          <p:cNvSpPr txBox="1"/>
          <p:nvPr userDrawn="1"/>
        </p:nvSpPr>
        <p:spPr>
          <a:xfrm flipH="1">
            <a:off x="1703794" y="1984726"/>
            <a:ext cx="3177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圆角矩形 20">
            <a:extLst>
              <a:ext uri="{FF2B5EF4-FFF2-40B4-BE49-F238E27FC236}">
                <a16:creationId xmlns:a16="http://schemas.microsoft.com/office/drawing/2014/main" id="{A967FDFF-56F2-8AB8-0489-E32AE1955EB4}"/>
              </a:ext>
            </a:extLst>
          </p:cNvPr>
          <p:cNvSpPr/>
          <p:nvPr userDrawn="1"/>
        </p:nvSpPr>
        <p:spPr>
          <a:xfrm>
            <a:off x="6319127" y="4665796"/>
            <a:ext cx="2706732" cy="228972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b="0" dirty="0">
                <a:solidFill>
                  <a:schemeClr val="tx1"/>
                </a:solidFill>
                <a:latin typeface="+mn-lt"/>
                <a:ea typeface="Microsoft JhengHei UI" panose="020B0604030504040204" pitchFamily="34" charset="-120"/>
                <a:cs typeface="Segoe UI" panose="020B0502040204020203" pitchFamily="34" charset="0"/>
              </a:rPr>
              <a:t>© 2026 Realtek Semiconductor Corp. All rights reserved</a:t>
            </a:r>
            <a:endParaRPr lang="zh-CN" altLang="en-US" sz="675" b="0" dirty="0">
              <a:solidFill>
                <a:schemeClr val="tx1"/>
              </a:solidFill>
              <a:latin typeface="+mn-lt"/>
              <a:ea typeface="Microsoft JhengHei U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3ED1396-C384-5EAF-1ECE-525D4A9E9FB6}"/>
              </a:ext>
            </a:extLst>
          </p:cNvPr>
          <p:cNvSpPr txBox="1"/>
          <p:nvPr userDrawn="1"/>
        </p:nvSpPr>
        <p:spPr>
          <a:xfrm>
            <a:off x="6655825" y="4385071"/>
            <a:ext cx="228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www.realtek.com</a:t>
            </a:r>
            <a:endParaRPr lang="zh-TW" altLang="en-US" sz="1800" b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54B675-FE8C-0BDE-AE0E-15C79CB05109}"/>
              </a:ext>
            </a:extLst>
          </p:cNvPr>
          <p:cNvSpPr/>
          <p:nvPr userDrawn="1"/>
        </p:nvSpPr>
        <p:spPr>
          <a:xfrm>
            <a:off x="0" y="4900141"/>
            <a:ext cx="9144000" cy="243359"/>
          </a:xfrm>
          <a:prstGeom prst="rect">
            <a:avLst/>
          </a:prstGeom>
          <a:solidFill>
            <a:schemeClr val="bg2">
              <a:lumMod val="25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</p:spTree>
    <p:extLst>
      <p:ext uri="{BB962C8B-B14F-4D97-AF65-F5344CB8AC3E}">
        <p14:creationId xmlns:p14="http://schemas.microsoft.com/office/powerpoint/2010/main" val="1304263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&amp;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螢幕擷取畫面, 光線, 藝術, 設計 的圖片&#10;&#10;AI 產生的內容可能不正確。">
            <a:extLst>
              <a:ext uri="{FF2B5EF4-FFF2-40B4-BE49-F238E27FC236}">
                <a16:creationId xmlns:a16="http://schemas.microsoft.com/office/drawing/2014/main" id="{8FB72255-74A0-D3EF-D2F5-5572601906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57532" cy="1365131"/>
          </a:xfrm>
          <a:prstGeom prst="rect">
            <a:avLst/>
          </a:prstGeom>
        </p:spPr>
      </p:pic>
      <p:pic>
        <p:nvPicPr>
          <p:cNvPr id="9" name="圖片 8" descr="一張含有 文字, 螢幕擷取畫面, 藝術, 技術 的圖片&#10;&#10;AI 產生的內容可能不正確。">
            <a:extLst>
              <a:ext uri="{FF2B5EF4-FFF2-40B4-BE49-F238E27FC236}">
                <a16:creationId xmlns:a16="http://schemas.microsoft.com/office/drawing/2014/main" id="{F2245678-4057-4CA8-BE0D-5D35B66A4B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243" y="0"/>
            <a:ext cx="2222757" cy="51435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4551B93-80AE-6D3F-0D64-9330EE402C0F}"/>
              </a:ext>
            </a:extLst>
          </p:cNvPr>
          <p:cNvSpPr/>
          <p:nvPr userDrawn="1"/>
        </p:nvSpPr>
        <p:spPr>
          <a:xfrm>
            <a:off x="751340" y="743127"/>
            <a:ext cx="6520728" cy="3582989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solidFill>
              <a:schemeClr val="tx1">
                <a:lumMod val="50000"/>
                <a:lumOff val="50000"/>
                <a:alpha val="17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圆角矩形 20">
            <a:extLst>
              <a:ext uri="{FF2B5EF4-FFF2-40B4-BE49-F238E27FC236}">
                <a16:creationId xmlns:a16="http://schemas.microsoft.com/office/drawing/2014/main" id="{9389A59B-C6B8-A3F0-18B1-A3051F700473}"/>
              </a:ext>
            </a:extLst>
          </p:cNvPr>
          <p:cNvSpPr/>
          <p:nvPr userDrawn="1"/>
        </p:nvSpPr>
        <p:spPr>
          <a:xfrm>
            <a:off x="422566" y="4601178"/>
            <a:ext cx="2706732" cy="228972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b="0" dirty="0">
                <a:solidFill>
                  <a:schemeClr val="tx1"/>
                </a:solidFill>
                <a:latin typeface="+mn-lt"/>
                <a:ea typeface="Microsoft JhengHei UI" panose="020B0604030504040204" pitchFamily="34" charset="-120"/>
                <a:cs typeface="Segoe UI" panose="020B0502040204020203" pitchFamily="34" charset="0"/>
              </a:rPr>
              <a:t>© 2026 Realtek Semiconductor Corp. All rights reserved</a:t>
            </a:r>
            <a:endParaRPr lang="zh-CN" altLang="en-US" sz="675" b="0" dirty="0">
              <a:solidFill>
                <a:schemeClr val="tx1"/>
              </a:solidFill>
              <a:latin typeface="+mn-lt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6C6A26B-4E0D-3C64-3603-6CC6EB55E6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3682" y="1211688"/>
            <a:ext cx="5060576" cy="422802"/>
          </a:xfrm>
          <a:prstGeom prst="rect">
            <a:avLst/>
          </a:prstGeom>
        </p:spPr>
        <p:txBody>
          <a:bodyPr anchor="b"/>
          <a:lstStyle>
            <a:lvl1pPr algn="l"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altLang="zh-TW" dirty="0"/>
              <a:t>Agenda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7CCFC25-B4F9-4F78-8B0A-9FD8682182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068" y="4545935"/>
            <a:ext cx="1571483" cy="32162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 h="0"/>
          </a:sp3d>
        </p:spPr>
      </p:pic>
      <p:sp>
        <p:nvSpPr>
          <p:cNvPr id="14" name="副標題 2">
            <a:extLst>
              <a:ext uri="{FF2B5EF4-FFF2-40B4-BE49-F238E27FC236}">
                <a16:creationId xmlns:a16="http://schemas.microsoft.com/office/drawing/2014/main" id="{BCAB8D20-AF75-E3A6-52AE-D4AB42D656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3682" y="2101930"/>
            <a:ext cx="5060577" cy="1905294"/>
          </a:xfrm>
          <a:prstGeom prst="rect">
            <a:avLst/>
          </a:prstGeo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 lang="en-US" altLang="zh-TW" sz="1800" b="0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zh-TW" dirty="0"/>
              <a:t>Title</a:t>
            </a: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zh-TW" dirty="0"/>
              <a:t>Title</a:t>
            </a: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endParaRPr lang="en-US" altLang="zh-TW" dirty="0"/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endParaRPr lang="en-US" altLang="zh-TW" dirty="0"/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投影片編號版面配置區 5">
            <a:extLst>
              <a:ext uri="{FF2B5EF4-FFF2-40B4-BE49-F238E27FC236}">
                <a16:creationId xmlns:a16="http://schemas.microsoft.com/office/drawing/2014/main" id="{3059E279-406E-11C1-CE64-49EB2427E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9569" y="481274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3D494B-6B2C-41F5-A9C7-CA574244055D}" type="slidenum">
              <a:rPr lang="zh-TW" altLang="en-US" smtClean="0"/>
              <a:pPr/>
              <a:t>‹#›</a:t>
            </a:fld>
            <a:endParaRPr lang="zh-TW" altLang="en-US" sz="1000"/>
          </a:p>
        </p:txBody>
      </p:sp>
    </p:spTree>
    <p:extLst>
      <p:ext uri="{BB962C8B-B14F-4D97-AF65-F5344CB8AC3E}">
        <p14:creationId xmlns:p14="http://schemas.microsoft.com/office/powerpoint/2010/main" val="39218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&amp; chapt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藍色, 螢幕擷取畫面, 藝術 的圖片&#10;&#10;AI 產生的內容可能不正確。">
            <a:extLst>
              <a:ext uri="{FF2B5EF4-FFF2-40B4-BE49-F238E27FC236}">
                <a16:creationId xmlns:a16="http://schemas.microsoft.com/office/drawing/2014/main" id="{038EFF73-CCB7-919E-52F0-BF35708D4B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196EE704-0682-88FF-B869-57E34C3B1D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41712" y="1740608"/>
            <a:ext cx="4995582" cy="422802"/>
          </a:xfrm>
          <a:prstGeom prst="rect">
            <a:avLst/>
          </a:prstGeom>
        </p:spPr>
        <p:txBody>
          <a:bodyPr anchor="b"/>
          <a:lstStyle>
            <a:lvl1pPr algn="ctr"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altLang="zh-TW" dirty="0"/>
              <a:t>Agenda &amp; Chapter</a:t>
            </a: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B0B43F7F-D6FC-3FFA-AA54-80D2C1666BC7}"/>
              </a:ext>
            </a:extLst>
          </p:cNvPr>
          <p:cNvCxnSpPr/>
          <p:nvPr userDrawn="1"/>
        </p:nvCxnSpPr>
        <p:spPr>
          <a:xfrm>
            <a:off x="2360543" y="2333211"/>
            <a:ext cx="442291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:a16="http://schemas.microsoft.com/office/drawing/2014/main" id="{19C1E580-14EA-46CB-AE67-637428970B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944" y="443039"/>
            <a:ext cx="1729379" cy="35394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 h="0"/>
          </a:sp3d>
        </p:spPr>
      </p:pic>
      <p:sp>
        <p:nvSpPr>
          <p:cNvPr id="24" name="內容版面配置區 23">
            <a:extLst>
              <a:ext uri="{FF2B5EF4-FFF2-40B4-BE49-F238E27FC236}">
                <a16:creationId xmlns:a16="http://schemas.microsoft.com/office/drawing/2014/main" id="{60584E07-4708-959C-DC89-6236424DEC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08186" y="2537591"/>
            <a:ext cx="5127625" cy="1711325"/>
          </a:xfrm>
          <a:prstGeom prst="rect">
            <a:avLst/>
          </a:prstGeo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 sz="2400"/>
            </a:lvl1pPr>
            <a:lvl3pPr>
              <a:buFont typeface="Wingdings" panose="05000000000000000000" pitchFamily="2" charset="2"/>
              <a:buChar char="n"/>
              <a:defRPr>
                <a:latin typeface="+mj-lt"/>
              </a:defRPr>
            </a:lvl3pPr>
            <a:lvl4pPr>
              <a:buNone/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2"/>
            <a:r>
              <a:rPr lang="en-US" altLang="zh-TW" dirty="0"/>
              <a:t>Title</a:t>
            </a:r>
            <a:endParaRPr lang="zh-TW" altLang="en-US" dirty="0"/>
          </a:p>
          <a:p>
            <a:pPr lvl="3"/>
            <a:endParaRPr lang="zh-TW" altLang="en-US" dirty="0"/>
          </a:p>
        </p:txBody>
      </p:sp>
      <p:sp>
        <p:nvSpPr>
          <p:cNvPr id="2" name="圆角矩形 20">
            <a:extLst>
              <a:ext uri="{FF2B5EF4-FFF2-40B4-BE49-F238E27FC236}">
                <a16:creationId xmlns:a16="http://schemas.microsoft.com/office/drawing/2014/main" id="{10298898-E5F9-4C4A-B6E2-F41439DC05DA}"/>
              </a:ext>
            </a:extLst>
          </p:cNvPr>
          <p:cNvSpPr/>
          <p:nvPr userDrawn="1"/>
        </p:nvSpPr>
        <p:spPr>
          <a:xfrm>
            <a:off x="1751792" y="4756317"/>
            <a:ext cx="2706732" cy="228972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b="0" dirty="0">
                <a:solidFill>
                  <a:schemeClr val="tx1"/>
                </a:solidFill>
                <a:latin typeface="+mn-lt"/>
                <a:ea typeface="Microsoft JhengHei UI" panose="020B0604030504040204" pitchFamily="34" charset="-120"/>
                <a:cs typeface="Segoe UI" panose="020B0502040204020203" pitchFamily="34" charset="0"/>
              </a:rPr>
              <a:t>© 2026 Realtek Semiconductor Corp. All rights reserved</a:t>
            </a:r>
            <a:endParaRPr lang="zh-CN" altLang="en-US" sz="675" b="0" dirty="0">
              <a:solidFill>
                <a:schemeClr val="tx1"/>
              </a:solidFill>
              <a:latin typeface="+mn-lt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A130F985-AB6F-58BB-04D3-8300C2BD1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9569" y="481274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3D494B-6B2C-41F5-A9C7-CA574244055D}" type="slidenum">
              <a:rPr lang="zh-TW" altLang="en-US" smtClean="0"/>
              <a:pPr/>
              <a:t>‹#›</a:t>
            </a:fld>
            <a:endParaRPr lang="zh-TW" altLang="en-US" sz="1000"/>
          </a:p>
        </p:txBody>
      </p:sp>
    </p:spTree>
    <p:extLst>
      <p:ext uri="{BB962C8B-B14F-4D97-AF65-F5344CB8AC3E}">
        <p14:creationId xmlns:p14="http://schemas.microsoft.com/office/powerpoint/2010/main" val="410818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螢幕擷取畫面, 文字, 技術, 藝術 的圖片&#10;&#10;AI 產生的內容可能不正確。">
            <a:extLst>
              <a:ext uri="{FF2B5EF4-FFF2-40B4-BE49-F238E27FC236}">
                <a16:creationId xmlns:a16="http://schemas.microsoft.com/office/drawing/2014/main" id="{66B64A5D-DF8B-72F3-6019-EC6F4B562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02515" cy="51435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C86754D-2116-C37F-81C7-FE11ABE48D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19" y="231391"/>
            <a:ext cx="1729379" cy="35394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 h="0"/>
          </a:sp3d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D95D8F95-3BCD-DE7F-5D94-922EB3B1E30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2912" y="1516490"/>
            <a:ext cx="3704664" cy="422802"/>
          </a:xfrm>
          <a:prstGeom prst="rect">
            <a:avLst/>
          </a:prstGeom>
        </p:spPr>
        <p:txBody>
          <a:bodyPr anchor="b"/>
          <a:lstStyle>
            <a:lvl1pPr algn="l"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altLang="zh-TW" dirty="0"/>
              <a:t>Agenda &amp; Chapter</a:t>
            </a:r>
            <a:endParaRPr lang="zh-TW" altLang="en-US" dirty="0"/>
          </a:p>
        </p:txBody>
      </p:sp>
      <p:sp>
        <p:nvSpPr>
          <p:cNvPr id="13" name="副標題 2">
            <a:extLst>
              <a:ext uri="{FF2B5EF4-FFF2-40B4-BE49-F238E27FC236}">
                <a16:creationId xmlns:a16="http://schemas.microsoft.com/office/drawing/2014/main" id="{CCD05FAB-33A5-60F2-924D-8927ED07A1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4813" y="2251562"/>
            <a:ext cx="3841376" cy="1905294"/>
          </a:xfrm>
          <a:prstGeom prst="rect">
            <a:avLst/>
          </a:prstGeo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 lang="en-US" altLang="zh-TW" sz="1800" b="0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zh-TW" dirty="0"/>
              <a:t>Title</a:t>
            </a: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zh-TW" dirty="0"/>
              <a:t>Title</a:t>
            </a: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endParaRPr lang="en-US" altLang="zh-TW" dirty="0"/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endParaRPr lang="en-US" altLang="zh-TW" dirty="0"/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圆角矩形 20">
            <a:extLst>
              <a:ext uri="{FF2B5EF4-FFF2-40B4-BE49-F238E27FC236}">
                <a16:creationId xmlns:a16="http://schemas.microsoft.com/office/drawing/2014/main" id="{9944838E-7773-6020-23A7-E379A806512B}"/>
              </a:ext>
            </a:extLst>
          </p:cNvPr>
          <p:cNvSpPr/>
          <p:nvPr userDrawn="1"/>
        </p:nvSpPr>
        <p:spPr>
          <a:xfrm>
            <a:off x="3769742" y="4835577"/>
            <a:ext cx="2706732" cy="228972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b="0" dirty="0">
                <a:solidFill>
                  <a:schemeClr val="tx1"/>
                </a:solidFill>
                <a:latin typeface="+mn-lt"/>
                <a:ea typeface="Microsoft JhengHei UI" panose="020B0604030504040204" pitchFamily="34" charset="-120"/>
                <a:cs typeface="Segoe UI" panose="020B0502040204020203" pitchFamily="34" charset="0"/>
              </a:rPr>
              <a:t>© 2026 Realtek Semiconductor Corp. All rights reserved</a:t>
            </a:r>
            <a:endParaRPr lang="zh-CN" altLang="en-US" sz="675" b="0" dirty="0">
              <a:solidFill>
                <a:schemeClr val="tx1"/>
              </a:solidFill>
              <a:latin typeface="+mn-lt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EA45EB15-3ABC-AFA1-EFF6-E2F196257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9569" y="481274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3D494B-6B2C-41F5-A9C7-CA574244055D}" type="slidenum">
              <a:rPr lang="zh-TW" altLang="en-US" smtClean="0"/>
              <a:pPr/>
              <a:t>‹#›</a:t>
            </a:fld>
            <a:endParaRPr lang="zh-TW" altLang="en-US" sz="1000"/>
          </a:p>
        </p:txBody>
      </p:sp>
    </p:spTree>
    <p:extLst>
      <p:ext uri="{BB962C8B-B14F-4D97-AF65-F5344CB8AC3E}">
        <p14:creationId xmlns:p14="http://schemas.microsoft.com/office/powerpoint/2010/main" val="3059701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透明度, 藝術 的圖片&#10;&#10;AI 產生的內容可能不正確。">
            <a:extLst>
              <a:ext uri="{FF2B5EF4-FFF2-40B4-BE49-F238E27FC236}">
                <a16:creationId xmlns:a16="http://schemas.microsoft.com/office/drawing/2014/main" id="{FB0F8667-6211-84CD-0D13-6B964AFF01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77" y="-54288"/>
            <a:ext cx="3528923" cy="519778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BB9B70B-038D-7461-F0B7-F416DBDD1C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98" y="412469"/>
            <a:ext cx="1729379" cy="35394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 h="0"/>
          </a:sp3d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1D828D5E-68D7-9569-4244-182946238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4097" y="1588208"/>
            <a:ext cx="3704664" cy="422802"/>
          </a:xfrm>
          <a:prstGeom prst="rect">
            <a:avLst/>
          </a:prstGeom>
        </p:spPr>
        <p:txBody>
          <a:bodyPr anchor="b"/>
          <a:lstStyle>
            <a:lvl1pPr algn="l"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altLang="zh-TW" dirty="0"/>
              <a:t>Agenda &amp; Chapter</a:t>
            </a:r>
            <a:endParaRPr lang="zh-TW" altLang="en-US" dirty="0"/>
          </a:p>
        </p:txBody>
      </p:sp>
      <p:sp>
        <p:nvSpPr>
          <p:cNvPr id="12" name="副標題 2">
            <a:extLst>
              <a:ext uri="{FF2B5EF4-FFF2-40B4-BE49-F238E27FC236}">
                <a16:creationId xmlns:a16="http://schemas.microsoft.com/office/drawing/2014/main" id="{EEB84885-3879-272C-79CC-3A39B0C3FB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5998" y="2323280"/>
            <a:ext cx="3841376" cy="1905294"/>
          </a:xfrm>
          <a:prstGeom prst="rect">
            <a:avLst/>
          </a:prstGeo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 lang="en-US" altLang="zh-TW" sz="1800" b="0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zh-TW" dirty="0"/>
              <a:t>Title</a:t>
            </a: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zh-TW" dirty="0"/>
              <a:t>Title</a:t>
            </a: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endParaRPr lang="en-US" altLang="zh-TW" dirty="0"/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endParaRPr lang="en-US" altLang="zh-TW" dirty="0"/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圆角矩形 20">
            <a:extLst>
              <a:ext uri="{FF2B5EF4-FFF2-40B4-BE49-F238E27FC236}">
                <a16:creationId xmlns:a16="http://schemas.microsoft.com/office/drawing/2014/main" id="{51A1ED8F-3FD6-9D83-801E-7AB2E091E72F}"/>
              </a:ext>
            </a:extLst>
          </p:cNvPr>
          <p:cNvSpPr/>
          <p:nvPr userDrawn="1"/>
        </p:nvSpPr>
        <p:spPr>
          <a:xfrm>
            <a:off x="725879" y="4731031"/>
            <a:ext cx="2706732" cy="228972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b="0" dirty="0">
                <a:solidFill>
                  <a:schemeClr val="tx1"/>
                </a:solidFill>
                <a:latin typeface="+mn-lt"/>
                <a:ea typeface="Microsoft JhengHei UI" panose="020B0604030504040204" pitchFamily="34" charset="-120"/>
                <a:cs typeface="Segoe UI" panose="020B0502040204020203" pitchFamily="34" charset="0"/>
              </a:rPr>
              <a:t>© 2026 Realtek Semiconductor Corp. All rights reserved</a:t>
            </a:r>
            <a:endParaRPr lang="zh-CN" altLang="en-US" sz="675" b="0" dirty="0">
              <a:solidFill>
                <a:schemeClr val="tx1"/>
              </a:solidFill>
              <a:latin typeface="+mn-lt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FEB5CC45-FDB7-98AE-83C7-3FCD0D296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9569" y="481274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3D494B-6B2C-41F5-A9C7-CA574244055D}" type="slidenum">
              <a:rPr lang="zh-TW" altLang="en-US" smtClean="0"/>
              <a:pPr/>
              <a:t>‹#›</a:t>
            </a:fld>
            <a:endParaRPr lang="zh-TW" altLang="en-US" sz="1000"/>
          </a:p>
        </p:txBody>
      </p:sp>
    </p:spTree>
    <p:extLst>
      <p:ext uri="{BB962C8B-B14F-4D97-AF65-F5344CB8AC3E}">
        <p14:creationId xmlns:p14="http://schemas.microsoft.com/office/powerpoint/2010/main" val="278257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面配置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/>
          <p:cNvSpPr>
            <a:spLocks noGrp="1"/>
          </p:cNvSpPr>
          <p:nvPr>
            <p:ph sz="quarter" idx="10" hasCustomPrompt="1"/>
          </p:nvPr>
        </p:nvSpPr>
        <p:spPr>
          <a:xfrm>
            <a:off x="412376" y="825286"/>
            <a:ext cx="8476235" cy="3853266"/>
          </a:xfrm>
          <a:prstGeom prst="rect">
            <a:avLst/>
          </a:prstGeom>
        </p:spPr>
        <p:txBody>
          <a:bodyPr/>
          <a:lstStyle>
            <a:lvl1pPr marL="257175" indent="-257175"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5000" indent="-171450">
              <a:lnSpc>
                <a:spcPts val="1800"/>
              </a:lnSpc>
              <a:spcBef>
                <a:spcPts val="200"/>
              </a:spcBef>
              <a:spcAft>
                <a:spcPts val="600"/>
              </a:spcAft>
              <a:buSzPct val="80000"/>
              <a:buFont typeface="Wingdings" panose="05000000000000000000" pitchFamily="2" charset="2"/>
              <a:buChar char="l"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729000"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53000">
              <a:spcBef>
                <a:spcPts val="600"/>
              </a:spcBef>
              <a:defRPr sz="1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404000">
              <a:spcBef>
                <a:spcPts val="300"/>
              </a:spcBef>
              <a:spcAft>
                <a:spcPts val="225"/>
              </a:spcAft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B68945C4-3035-0639-1D0B-0FB60B1D92A9}"/>
              </a:ext>
            </a:extLst>
          </p:cNvPr>
          <p:cNvSpPr txBox="1">
            <a:spLocks/>
          </p:cNvSpPr>
          <p:nvPr userDrawn="1"/>
        </p:nvSpPr>
        <p:spPr>
          <a:xfrm>
            <a:off x="8699854" y="4935883"/>
            <a:ext cx="533048" cy="251343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B5B4039-CDDE-46DD-8545-0A5633482654}" type="slidenum">
              <a:rPr lang="zh-TW" altLang="en-US" sz="750" b="1" smtClean="0">
                <a:solidFill>
                  <a:schemeClr val="bg1"/>
                </a:solidFill>
                <a:latin typeface="Tahoma" panose="020B0604030504040204" pitchFamily="34" charset="0"/>
              </a:rPr>
              <a:pPr algn="ctr"/>
              <a:t>‹#›</a:t>
            </a:fld>
            <a:endParaRPr lang="zh-TW" altLang="en-US" sz="750" b="1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3" name="標題版面配置區 4">
            <a:extLst>
              <a:ext uri="{FF2B5EF4-FFF2-40B4-BE49-F238E27FC236}">
                <a16:creationId xmlns:a16="http://schemas.microsoft.com/office/drawing/2014/main" id="{DDA3961F-E158-E7A5-B5A6-C7E520EDC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376" y="142888"/>
            <a:ext cx="8391419" cy="4315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lang="zh-TW" altLang="en-US" sz="2400" b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Tahoma" panose="020B0604030504040204" pitchFamily="34" charset="0"/>
              </a:defRPr>
            </a:lvl1pPr>
          </a:lstStyle>
          <a:p>
            <a:r>
              <a:rPr lang="zh-TW" altLang="en-US" sz="2400" dirty="0"/>
              <a:t>微軟正黑</a:t>
            </a:r>
            <a:r>
              <a:rPr lang="en-US" altLang="zh-TW" sz="2400" dirty="0"/>
              <a:t>-</a:t>
            </a:r>
            <a:r>
              <a:rPr lang="zh-TW" altLang="en-US" sz="2400" dirty="0"/>
              <a:t>英文</a:t>
            </a:r>
            <a:r>
              <a:rPr lang="en-US" altLang="zh-TW" sz="2400" dirty="0"/>
              <a:t>Arial</a:t>
            </a:r>
            <a:endParaRPr lang="zh-TW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內容版面配置區 7"/>
          <p:cNvSpPr>
            <a:spLocks noGrp="1"/>
          </p:cNvSpPr>
          <p:nvPr>
            <p:ph sz="quarter" idx="10" hasCustomPrompt="1"/>
          </p:nvPr>
        </p:nvSpPr>
        <p:spPr>
          <a:xfrm>
            <a:off x="429817" y="831985"/>
            <a:ext cx="3846348" cy="3891856"/>
          </a:xfrm>
          <a:prstGeom prst="rect">
            <a:avLst/>
          </a:prstGeom>
        </p:spPr>
        <p:txBody>
          <a:bodyPr/>
          <a:lstStyle>
            <a:lvl1pPr marL="257175" indent="-257175"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5000" indent="-171450">
              <a:lnSpc>
                <a:spcPts val="1500"/>
              </a:lnSpc>
              <a:spcAft>
                <a:spcPts val="450"/>
              </a:spcAft>
              <a:buSzPct val="80000"/>
              <a:buFont typeface="Wingdings" panose="05000000000000000000" pitchFamily="2" charset="2"/>
              <a:buChar char="l"/>
              <a:defRPr sz="1400"/>
            </a:lvl2pPr>
            <a:lvl3pPr marL="729000">
              <a:defRPr sz="1200"/>
            </a:lvl3pPr>
            <a:lvl4pPr marL="1053000">
              <a:defRPr sz="1200"/>
            </a:lvl4pPr>
            <a:lvl5pPr marL="1404000">
              <a:defRPr sz="105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" name="內容版面配置區 7">
            <a:extLst>
              <a:ext uri="{FF2B5EF4-FFF2-40B4-BE49-F238E27FC236}">
                <a16:creationId xmlns:a16="http://schemas.microsoft.com/office/drawing/2014/main" id="{9F32A670-585B-394C-A3FA-5148F49218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24400" y="831985"/>
            <a:ext cx="4105275" cy="3891856"/>
          </a:xfrm>
          <a:prstGeom prst="rect">
            <a:avLst/>
          </a:prstGeom>
        </p:spPr>
        <p:txBody>
          <a:bodyPr/>
          <a:lstStyle>
            <a:lvl1pPr marL="257175" indent="-257175"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5000" indent="-171450">
              <a:lnSpc>
                <a:spcPts val="1500"/>
              </a:lnSpc>
              <a:spcAft>
                <a:spcPts val="450"/>
              </a:spcAft>
              <a:buSzPct val="80000"/>
              <a:buFont typeface="Wingdings" panose="05000000000000000000" pitchFamily="2" charset="2"/>
              <a:buChar char="l"/>
              <a:defRPr sz="1400"/>
            </a:lvl2pPr>
            <a:lvl3pPr marL="729000">
              <a:defRPr sz="1200"/>
            </a:lvl3pPr>
            <a:lvl4pPr marL="1053000">
              <a:defRPr sz="1200"/>
            </a:lvl4pPr>
            <a:lvl5pPr marL="1404000">
              <a:defRPr sz="105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73FF4C49-2AFE-D28B-60AA-89456EF06706}"/>
              </a:ext>
            </a:extLst>
          </p:cNvPr>
          <p:cNvSpPr txBox="1">
            <a:spLocks/>
          </p:cNvSpPr>
          <p:nvPr userDrawn="1"/>
        </p:nvSpPr>
        <p:spPr>
          <a:xfrm>
            <a:off x="8699854" y="4935883"/>
            <a:ext cx="533048" cy="251343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B5B4039-CDDE-46DD-8545-0A5633482654}" type="slidenum">
              <a:rPr lang="zh-TW" altLang="en-US" sz="750" b="1" smtClean="0">
                <a:solidFill>
                  <a:schemeClr val="bg1"/>
                </a:solidFill>
                <a:latin typeface="Tahoma" panose="020B0604030504040204" pitchFamily="34" charset="0"/>
              </a:rPr>
              <a:pPr algn="ctr"/>
              <a:t>‹#›</a:t>
            </a:fld>
            <a:endParaRPr lang="zh-TW" altLang="en-US" sz="750" b="1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5" name="標題版面配置區 4">
            <a:extLst>
              <a:ext uri="{FF2B5EF4-FFF2-40B4-BE49-F238E27FC236}">
                <a16:creationId xmlns:a16="http://schemas.microsoft.com/office/drawing/2014/main" id="{7616FF76-7455-8FA6-9B06-92608ED82D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817" y="188392"/>
            <a:ext cx="8399858" cy="4315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lang="zh-TW" altLang="en-US" sz="2400" b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Tahoma" panose="020B0604030504040204" pitchFamily="34" charset="0"/>
              </a:defRPr>
            </a:lvl1pPr>
          </a:lstStyle>
          <a:p>
            <a:r>
              <a:rPr lang="zh-TW" altLang="en-US" sz="2400" dirty="0"/>
              <a:t>微軟正黑</a:t>
            </a:r>
            <a:r>
              <a:rPr lang="en-US" altLang="zh-TW" sz="2400" dirty="0"/>
              <a:t>-</a:t>
            </a:r>
            <a:r>
              <a:rPr lang="zh-TW" altLang="en-US" sz="2400" dirty="0"/>
              <a:t>英文</a:t>
            </a:r>
            <a:r>
              <a:rPr lang="en-US" altLang="zh-TW" sz="2400" dirty="0"/>
              <a:t>Arial</a:t>
            </a:r>
            <a:endParaRPr lang="zh-TW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545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表格版面配置區 13"/>
          <p:cNvSpPr>
            <a:spLocks noGrp="1"/>
          </p:cNvSpPr>
          <p:nvPr>
            <p:ph type="tbl" sz="quarter" idx="10"/>
          </p:nvPr>
        </p:nvSpPr>
        <p:spPr>
          <a:xfrm>
            <a:off x="429816" y="837010"/>
            <a:ext cx="8399859" cy="3951684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60BCFD63-4E5D-D73C-21B9-50E97EE51016}"/>
              </a:ext>
            </a:extLst>
          </p:cNvPr>
          <p:cNvSpPr txBox="1">
            <a:spLocks/>
          </p:cNvSpPr>
          <p:nvPr userDrawn="1"/>
        </p:nvSpPr>
        <p:spPr>
          <a:xfrm>
            <a:off x="8699854" y="4935883"/>
            <a:ext cx="533048" cy="251343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B5B4039-CDDE-46DD-8545-0A5633482654}" type="slidenum">
              <a:rPr lang="zh-TW" altLang="en-US" sz="750" b="1" smtClean="0">
                <a:solidFill>
                  <a:schemeClr val="bg1"/>
                </a:solidFill>
                <a:latin typeface="Tahoma" panose="020B0604030504040204" pitchFamily="34" charset="0"/>
              </a:rPr>
              <a:pPr algn="ctr"/>
              <a:t>‹#›</a:t>
            </a:fld>
            <a:endParaRPr lang="zh-TW" altLang="en-US" sz="750" b="1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4" name="標題版面配置區 4">
            <a:extLst>
              <a:ext uri="{FF2B5EF4-FFF2-40B4-BE49-F238E27FC236}">
                <a16:creationId xmlns:a16="http://schemas.microsoft.com/office/drawing/2014/main" id="{AF77370F-80E7-7281-EA21-13DD8611C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936" y="142888"/>
            <a:ext cx="8399859" cy="4315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lang="zh-TW" altLang="en-US" sz="2400" b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Tahoma" panose="020B0604030504040204" pitchFamily="34" charset="0"/>
              </a:defRPr>
            </a:lvl1pPr>
          </a:lstStyle>
          <a:p>
            <a:r>
              <a:rPr lang="zh-TW" altLang="en-US" sz="2400" dirty="0"/>
              <a:t>微軟正黑</a:t>
            </a:r>
            <a:r>
              <a:rPr lang="en-US" altLang="zh-TW" sz="2400" dirty="0"/>
              <a:t>-</a:t>
            </a:r>
            <a:r>
              <a:rPr lang="zh-TW" altLang="en-US" sz="2400" dirty="0"/>
              <a:t>英文</a:t>
            </a:r>
            <a:r>
              <a:rPr lang="en-US" altLang="zh-TW" sz="2400" dirty="0"/>
              <a:t>Arial</a:t>
            </a:r>
            <a:endParaRPr lang="zh-TW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91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-簡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511444" y="148083"/>
            <a:ext cx="8122943" cy="431551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</a:defRPr>
            </a:lvl1pPr>
          </a:lstStyle>
          <a:p>
            <a:r>
              <a:rPr lang="zh-TW" altLang="en-US" dirty="0"/>
              <a:t>简中</a:t>
            </a:r>
            <a:r>
              <a:rPr lang="en-US" altLang="zh-TW" dirty="0"/>
              <a:t>-</a:t>
            </a:r>
            <a:r>
              <a:rPr lang="zh-TW" altLang="en-US" dirty="0"/>
              <a:t>雅黑体 </a:t>
            </a:r>
            <a:r>
              <a:rPr lang="en-US" altLang="zh-TW" dirty="0"/>
              <a:t>/ Arial</a:t>
            </a:r>
            <a:r>
              <a:rPr lang="zh-TW" altLang="en-US" dirty="0"/>
              <a:t>  按一下以編輯母片標題樣式</a:t>
            </a:r>
          </a:p>
        </p:txBody>
      </p:sp>
      <p:sp>
        <p:nvSpPr>
          <p:cNvPr id="9" name="文字版面配置區 5"/>
          <p:cNvSpPr>
            <a:spLocks noGrp="1"/>
          </p:cNvSpPr>
          <p:nvPr>
            <p:ph idx="1" hasCustomPrompt="1"/>
          </p:nvPr>
        </p:nvSpPr>
        <p:spPr>
          <a:xfrm>
            <a:off x="511444" y="825775"/>
            <a:ext cx="8122943" cy="3910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 b="0">
                <a:latin typeface="+mn-ea"/>
                <a:ea typeface="+mn-ea"/>
              </a:defRPr>
            </a:lvl1pPr>
            <a:lvl2pPr>
              <a:spcBef>
                <a:spcPts val="0"/>
              </a:spcBef>
              <a:spcAft>
                <a:spcPts val="600"/>
              </a:spcAft>
              <a:defRPr>
                <a:latin typeface="+mn-ea"/>
                <a:ea typeface="+mn-ea"/>
              </a:defRPr>
            </a:lvl2pPr>
            <a:lvl3pPr>
              <a:spcBef>
                <a:spcPts val="0"/>
              </a:spcBef>
              <a:spcAft>
                <a:spcPts val="600"/>
              </a:spcAft>
              <a:defRPr sz="1400">
                <a:latin typeface="+mn-ea"/>
                <a:ea typeface="+mn-ea"/>
              </a:defRPr>
            </a:lvl3pPr>
          </a:lstStyle>
          <a:p>
            <a:pPr lvl="0"/>
            <a:r>
              <a:rPr lang="en-US" altLang="zh-TW" dirty="0"/>
              <a:t>FONT/TYPE </a:t>
            </a:r>
            <a:r>
              <a:rPr lang="zh-CN" altLang="en-US" dirty="0"/>
              <a:t>编辑母片文字样式</a:t>
            </a:r>
            <a:endParaRPr lang="en-US" altLang="zh-CN" dirty="0"/>
          </a:p>
          <a:p>
            <a:pPr lvl="1"/>
            <a:r>
              <a:rPr lang="en-US" altLang="zh-TW" dirty="0"/>
              <a:t>FONT/TYPE</a:t>
            </a:r>
            <a:r>
              <a:rPr lang="zh-TW" altLang="en-US" dirty="0"/>
              <a:t> 第二层</a:t>
            </a:r>
            <a:endParaRPr lang="en-US" altLang="zh-TW" dirty="0"/>
          </a:p>
          <a:p>
            <a:pPr lvl="2"/>
            <a:r>
              <a:rPr lang="zh-TW" altLang="en-US" dirty="0"/>
              <a:t>第三层</a:t>
            </a:r>
          </a:p>
        </p:txBody>
      </p:sp>
    </p:spTree>
    <p:extLst>
      <p:ext uri="{BB962C8B-B14F-4D97-AF65-F5344CB8AC3E}">
        <p14:creationId xmlns:p14="http://schemas.microsoft.com/office/powerpoint/2010/main" val="2738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版面配置區 4"/>
          <p:cNvSpPr>
            <a:spLocks noGrp="1"/>
          </p:cNvSpPr>
          <p:nvPr>
            <p:ph type="title" hasCustomPrompt="1"/>
          </p:nvPr>
        </p:nvSpPr>
        <p:spPr>
          <a:xfrm>
            <a:off x="499820" y="199576"/>
            <a:ext cx="8270919" cy="4315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lang="zh-TW" altLang="en-US" sz="24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Tahoma" panose="020B0604030504040204" pitchFamily="34" charset="0"/>
              </a:defRPr>
            </a:lvl1pPr>
          </a:lstStyle>
          <a:p>
            <a:r>
              <a:rPr lang="zh-TW" altLang="en-US" dirty="0"/>
              <a:t>简中</a:t>
            </a:r>
            <a:r>
              <a:rPr lang="en-US" altLang="zh-TW" dirty="0"/>
              <a:t>-</a:t>
            </a:r>
            <a:r>
              <a:rPr lang="zh-TW" altLang="en-US" dirty="0"/>
              <a:t>雅黑体 </a:t>
            </a:r>
            <a:r>
              <a:rPr lang="en-US" altLang="zh-TW" dirty="0"/>
              <a:t>/ Arial</a:t>
            </a:r>
            <a:r>
              <a:rPr lang="zh-TW" altLang="en-US" dirty="0"/>
              <a:t>  按一下以編輯母片標題樣式</a:t>
            </a:r>
            <a:endParaRPr lang="zh-TW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內容版面配置區 7"/>
          <p:cNvSpPr>
            <a:spLocks noGrp="1"/>
          </p:cNvSpPr>
          <p:nvPr>
            <p:ph sz="quarter" idx="10" hasCustomPrompt="1"/>
          </p:nvPr>
        </p:nvSpPr>
        <p:spPr>
          <a:xfrm>
            <a:off x="499822" y="831985"/>
            <a:ext cx="3835830" cy="3891856"/>
          </a:xfrm>
          <a:prstGeom prst="rect">
            <a:avLst/>
          </a:prstGeom>
        </p:spPr>
        <p:txBody>
          <a:bodyPr/>
          <a:lstStyle>
            <a:lvl1pPr marL="257175" indent="-257175">
              <a:spcBef>
                <a:spcPts val="0"/>
              </a:spcBef>
              <a:spcAft>
                <a:spcPts val="600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5000" indent="-17145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80000"/>
              <a:buFont typeface="Wingdings" panose="05000000000000000000" pitchFamily="2" charset="2"/>
              <a:buChar char="l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771863" indent="-214313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81550" indent="0">
              <a:buNone/>
              <a:defRPr sz="1050"/>
            </a:lvl4pPr>
            <a:lvl5pPr marL="1404000">
              <a:defRPr sz="1050"/>
            </a:lvl5pPr>
          </a:lstStyle>
          <a:p>
            <a:pPr lvl="0"/>
            <a:r>
              <a:rPr lang="en-US" altLang="zh-TW" dirty="0"/>
              <a:t>FONT/TYPE </a:t>
            </a:r>
            <a:r>
              <a:rPr lang="zh-CN" altLang="en-US" dirty="0"/>
              <a:t>编辑母片文字样式</a:t>
            </a:r>
            <a:endParaRPr lang="en-US" altLang="zh-CN" dirty="0"/>
          </a:p>
          <a:p>
            <a:pPr lvl="1"/>
            <a:r>
              <a:rPr lang="en-US" altLang="zh-TW" dirty="0"/>
              <a:t>FONT/TYPE</a:t>
            </a:r>
            <a:r>
              <a:rPr lang="zh-TW" altLang="en-US" dirty="0"/>
              <a:t> 第二层</a:t>
            </a:r>
            <a:endParaRPr lang="en-US" altLang="zh-TW" dirty="0"/>
          </a:p>
          <a:p>
            <a:pPr lvl="2"/>
            <a:r>
              <a:rPr lang="zh-TW" altLang="en-US" dirty="0"/>
              <a:t>第三层</a:t>
            </a:r>
          </a:p>
        </p:txBody>
      </p:sp>
      <p:sp>
        <p:nvSpPr>
          <p:cNvPr id="2" name="內容版面配置區 7">
            <a:extLst>
              <a:ext uri="{FF2B5EF4-FFF2-40B4-BE49-F238E27FC236}">
                <a16:creationId xmlns:a16="http://schemas.microsoft.com/office/drawing/2014/main" id="{48DEB560-2C90-BF97-3302-F0EB7106732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08350" y="831984"/>
            <a:ext cx="3962389" cy="3891856"/>
          </a:xfrm>
          <a:prstGeom prst="rect">
            <a:avLst/>
          </a:prstGeom>
        </p:spPr>
        <p:txBody>
          <a:bodyPr/>
          <a:lstStyle>
            <a:lvl1pPr marL="257175" indent="-257175">
              <a:spcBef>
                <a:spcPts val="0"/>
              </a:spcBef>
              <a:spcAft>
                <a:spcPts val="600"/>
              </a:spcAft>
              <a:buClr>
                <a:schemeClr val="tx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5000" indent="-17145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80000"/>
              <a:buFont typeface="Wingdings" panose="05000000000000000000" pitchFamily="2" charset="2"/>
              <a:buChar char="l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771863" indent="-214313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81550" indent="0">
              <a:buNone/>
              <a:defRPr sz="1050"/>
            </a:lvl4pPr>
            <a:lvl5pPr marL="1404000">
              <a:defRPr sz="1050"/>
            </a:lvl5pPr>
          </a:lstStyle>
          <a:p>
            <a:pPr lvl="0"/>
            <a:r>
              <a:rPr lang="en-US" altLang="zh-TW" dirty="0"/>
              <a:t>FONT/TYPE </a:t>
            </a:r>
            <a:r>
              <a:rPr lang="zh-CN" altLang="en-US" dirty="0"/>
              <a:t>编辑母片文字样式</a:t>
            </a:r>
            <a:endParaRPr lang="en-US" altLang="zh-CN" dirty="0"/>
          </a:p>
          <a:p>
            <a:pPr lvl="1"/>
            <a:r>
              <a:rPr lang="en-US" altLang="zh-TW" dirty="0"/>
              <a:t>FONT/TYPE</a:t>
            </a:r>
            <a:r>
              <a:rPr lang="zh-TW" altLang="en-US" dirty="0"/>
              <a:t> 第二层</a:t>
            </a:r>
            <a:endParaRPr lang="en-US" altLang="zh-TW" dirty="0"/>
          </a:p>
          <a:p>
            <a:pPr lvl="2"/>
            <a:r>
              <a:rPr lang="zh-TW" altLang="en-US" dirty="0"/>
              <a:t>第三层</a:t>
            </a:r>
          </a:p>
        </p:txBody>
      </p:sp>
    </p:spTree>
    <p:extLst>
      <p:ext uri="{BB962C8B-B14F-4D97-AF65-F5344CB8AC3E}">
        <p14:creationId xmlns:p14="http://schemas.microsoft.com/office/powerpoint/2010/main" val="3860828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版面配置區 4"/>
          <p:cNvSpPr>
            <a:spLocks noGrp="1"/>
          </p:cNvSpPr>
          <p:nvPr>
            <p:ph type="title" hasCustomPrompt="1"/>
          </p:nvPr>
        </p:nvSpPr>
        <p:spPr>
          <a:xfrm>
            <a:off x="429816" y="200607"/>
            <a:ext cx="8500221" cy="4315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lang="zh-TW" altLang="en-US" sz="24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Tahoma" panose="020B0604030504040204" pitchFamily="34" charset="0"/>
              </a:defRPr>
            </a:lvl1pPr>
          </a:lstStyle>
          <a:p>
            <a:r>
              <a:rPr lang="zh-TW" altLang="en-US" dirty="0"/>
              <a:t>简中</a:t>
            </a:r>
            <a:r>
              <a:rPr lang="en-US" altLang="zh-TW" dirty="0"/>
              <a:t>-</a:t>
            </a:r>
            <a:r>
              <a:rPr lang="zh-TW" altLang="en-US" dirty="0"/>
              <a:t>雅黑体 </a:t>
            </a:r>
            <a:r>
              <a:rPr lang="en-US" altLang="zh-TW" dirty="0"/>
              <a:t>/ Arial</a:t>
            </a:r>
            <a:r>
              <a:rPr lang="zh-TW" altLang="en-US" dirty="0"/>
              <a:t>  按一下以編輯母片標題樣式</a:t>
            </a:r>
            <a:endParaRPr lang="zh-TW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表格版面配置區 13"/>
          <p:cNvSpPr>
            <a:spLocks noGrp="1"/>
          </p:cNvSpPr>
          <p:nvPr>
            <p:ph type="tbl" sz="quarter" idx="10"/>
          </p:nvPr>
        </p:nvSpPr>
        <p:spPr>
          <a:xfrm>
            <a:off x="429816" y="837010"/>
            <a:ext cx="8399859" cy="3951684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227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9.xml"/><Relationship Id="rId7" Type="http://schemas.microsoft.com/office/2007/relationships/hdphoto" Target="../media/hdphoto2.wdp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12.xml"/><Relationship Id="rId7" Type="http://schemas.microsoft.com/office/2007/relationships/hdphoto" Target="../media/hdphoto2.wdp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767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807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500" kern="1200">
          <a:solidFill>
            <a:schemeClr val="bg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61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20"/>
          <p:cNvSpPr/>
          <p:nvPr userDrawn="1"/>
        </p:nvSpPr>
        <p:spPr>
          <a:xfrm>
            <a:off x="6089322" y="4888206"/>
            <a:ext cx="2706732" cy="228972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b="1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" panose="020B0502040204020203" pitchFamily="34" charset="0"/>
              </a:rPr>
              <a:t>© 2025 Realtek Semiconductor Corp. All rights reserved</a:t>
            </a:r>
            <a:endParaRPr lang="zh-CN" altLang="en-US" sz="675" b="1" dirty="0">
              <a:solidFill>
                <a:schemeClr val="bg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C643F2E-9B7B-178B-194A-9F933CEB177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02234"/>
            <a:ext cx="9144000" cy="25134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1FFC522-6212-5A3C-BD4E-F78E58606F3D}"/>
              </a:ext>
            </a:extLst>
          </p:cNvPr>
          <p:cNvSpPr/>
          <p:nvPr userDrawn="1"/>
        </p:nvSpPr>
        <p:spPr>
          <a:xfrm>
            <a:off x="-1" y="4914651"/>
            <a:ext cx="9144000" cy="237732"/>
          </a:xfrm>
          <a:prstGeom prst="rect">
            <a:avLst/>
          </a:prstGeom>
          <a:solidFill>
            <a:srgbClr val="2D4D9B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FC72146-DF43-23E7-561E-51A9D741474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88" y="4929217"/>
            <a:ext cx="1029720" cy="2107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75000"/>
              </a:prstClr>
            </a:outerShdw>
          </a:effectLst>
          <a:scene3d>
            <a:camera prst="orthographicFront"/>
            <a:lightRig rig="threePt" dir="t"/>
          </a:scene3d>
          <a:sp3d>
            <a:bevelT w="0" h="0"/>
          </a:sp3d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71A6F37-0777-EA7D-42C2-D8572FC6610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198" y="-50566"/>
            <a:ext cx="582104" cy="760460"/>
          </a:xfrm>
          <a:prstGeom prst="rect">
            <a:avLst/>
          </a:prstGeom>
        </p:spPr>
      </p:pic>
      <p:sp>
        <p:nvSpPr>
          <p:cNvPr id="12" name="圆角矩形 20">
            <a:extLst>
              <a:ext uri="{FF2B5EF4-FFF2-40B4-BE49-F238E27FC236}">
                <a16:creationId xmlns:a16="http://schemas.microsoft.com/office/drawing/2014/main" id="{E4FE57D2-6BF4-CB8F-10C5-8D3433EF34F7}"/>
              </a:ext>
            </a:extLst>
          </p:cNvPr>
          <p:cNvSpPr/>
          <p:nvPr userDrawn="1"/>
        </p:nvSpPr>
        <p:spPr>
          <a:xfrm>
            <a:off x="3896542" y="4924605"/>
            <a:ext cx="2706732" cy="228972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b="1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" panose="020B0502040204020203" pitchFamily="34" charset="0"/>
              </a:rPr>
              <a:t>© 2026 Realtek Semiconductor Corp. All rights reserved</a:t>
            </a:r>
            <a:endParaRPr lang="zh-CN" altLang="en-US" sz="675" b="1" dirty="0">
              <a:solidFill>
                <a:schemeClr val="bg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0E081E74-A484-00E4-81D4-60D1CAE7A7FE}"/>
              </a:ext>
            </a:extLst>
          </p:cNvPr>
          <p:cNvSpPr txBox="1">
            <a:spLocks/>
          </p:cNvSpPr>
          <p:nvPr userDrawn="1"/>
        </p:nvSpPr>
        <p:spPr>
          <a:xfrm>
            <a:off x="8699854" y="4935883"/>
            <a:ext cx="533048" cy="251343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B5B4039-CDDE-46DD-8545-0A5633482654}" type="slidenum">
              <a:rPr lang="zh-TW" altLang="en-US" sz="750" b="1" smtClean="0">
                <a:solidFill>
                  <a:schemeClr val="bg1"/>
                </a:solidFill>
                <a:latin typeface="Tahoma" panose="020B0604030504040204" pitchFamily="34" charset="0"/>
              </a:rPr>
              <a:pPr algn="ctr"/>
              <a:t>‹#›</a:t>
            </a:fld>
            <a:endParaRPr lang="zh-TW" altLang="en-US" sz="750" b="1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20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685" r:id="rId2"/>
    <p:sldLayoutId id="2147483781" r:id="rId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zh-TW" altLang="en-US" sz="2700" b="1" kern="1200" baseline="0" dirty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1pPr>
    </p:titleStyle>
    <p:bodyStyle>
      <a:lvl1pPr marL="257175" indent="-257175" algn="l" defTabSz="685800" rtl="0" eaLnBrk="1" latinLnBrk="0" hangingPunct="1">
        <a:lnSpc>
          <a:spcPct val="100000"/>
        </a:lnSpc>
        <a:spcBef>
          <a:spcPts val="225"/>
        </a:spcBef>
        <a:spcAft>
          <a:spcPts val="225"/>
        </a:spcAft>
        <a:buFont typeface="Wingdings" panose="05000000000000000000" pitchFamily="2" charset="2"/>
        <a:buChar char="n"/>
        <a:defRPr sz="1800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Font typeface="Arial" panose="020B0604020202020204" pitchFamily="34" charset="0"/>
        <a:buChar char="•"/>
        <a:defRPr sz="1500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Font typeface="Arial" panose="020B0604020202020204" pitchFamily="34" charset="0"/>
        <a:buChar char="•"/>
        <a:defRPr sz="1500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Font typeface="Arial" panose="020B0604020202020204" pitchFamily="34" charset="0"/>
        <a:buChar char="•"/>
        <a:defRPr sz="1350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Font typeface="Arial" panose="020B0604020202020204" pitchFamily="34" charset="0"/>
        <a:buChar char="•"/>
        <a:defRPr sz="1350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圖片 32">
            <a:extLst>
              <a:ext uri="{FF2B5EF4-FFF2-40B4-BE49-F238E27FC236}">
                <a16:creationId xmlns:a16="http://schemas.microsoft.com/office/drawing/2014/main" id="{F9E6C058-FEB4-4E9B-A57E-2EBB9DB6CD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02234"/>
            <a:ext cx="9144000" cy="251343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3F3DCE32-EDCB-45F5-AF59-519120E6176E}"/>
              </a:ext>
            </a:extLst>
          </p:cNvPr>
          <p:cNvSpPr/>
          <p:nvPr userDrawn="1"/>
        </p:nvSpPr>
        <p:spPr>
          <a:xfrm>
            <a:off x="-1" y="4914651"/>
            <a:ext cx="9144000" cy="237732"/>
          </a:xfrm>
          <a:prstGeom prst="rect">
            <a:avLst/>
          </a:prstGeom>
          <a:solidFill>
            <a:srgbClr val="2D4D9B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FB4EA345-8F60-49CE-8C6F-C32D3DD73E4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88" y="4929217"/>
            <a:ext cx="1029720" cy="2107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75000"/>
              </a:prstClr>
            </a:outerShdw>
          </a:effectLst>
          <a:scene3d>
            <a:camera prst="orthographicFront"/>
            <a:lightRig rig="threePt" dir="t"/>
          </a:scene3d>
          <a:sp3d>
            <a:bevelT w="0" h="0"/>
          </a:sp3d>
        </p:spPr>
      </p:pic>
      <p:sp>
        <p:nvSpPr>
          <p:cNvPr id="35" name="投影片編號版面配置區 5">
            <a:extLst>
              <a:ext uri="{FF2B5EF4-FFF2-40B4-BE49-F238E27FC236}">
                <a16:creationId xmlns:a16="http://schemas.microsoft.com/office/drawing/2014/main" id="{D15B4EC6-69A3-4464-9CA0-D0643DE2C5A8}"/>
              </a:ext>
            </a:extLst>
          </p:cNvPr>
          <p:cNvSpPr txBox="1">
            <a:spLocks/>
          </p:cNvSpPr>
          <p:nvPr userDrawn="1"/>
        </p:nvSpPr>
        <p:spPr>
          <a:xfrm>
            <a:off x="8699854" y="4935883"/>
            <a:ext cx="533048" cy="251343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B5B4039-CDDE-46DD-8545-0A5633482654}" type="slidenum">
              <a:rPr lang="zh-TW" altLang="en-US" sz="750" b="1" smtClean="0">
                <a:solidFill>
                  <a:schemeClr val="bg1"/>
                </a:solidFill>
                <a:latin typeface="Tahoma" panose="020B0604030504040204" pitchFamily="34" charset="0"/>
              </a:rPr>
              <a:pPr algn="ctr"/>
              <a:t>‹#›</a:t>
            </a:fld>
            <a:endParaRPr lang="zh-TW" altLang="en-US" sz="750" b="1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3F363CE2-ED07-402E-8839-81702F3376A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198" y="-50566"/>
            <a:ext cx="582104" cy="760460"/>
          </a:xfrm>
          <a:prstGeom prst="rect">
            <a:avLst/>
          </a:prstGeom>
        </p:spPr>
      </p:pic>
      <p:sp>
        <p:nvSpPr>
          <p:cNvPr id="53" name="圆角矩形 20">
            <a:extLst>
              <a:ext uri="{FF2B5EF4-FFF2-40B4-BE49-F238E27FC236}">
                <a16:creationId xmlns:a16="http://schemas.microsoft.com/office/drawing/2014/main" id="{A9F83059-7335-4021-8622-E1EEB934BCA8}"/>
              </a:ext>
            </a:extLst>
          </p:cNvPr>
          <p:cNvSpPr/>
          <p:nvPr userDrawn="1"/>
        </p:nvSpPr>
        <p:spPr>
          <a:xfrm>
            <a:off x="3896542" y="4924605"/>
            <a:ext cx="2706732" cy="228972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675" b="1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" panose="020B0502040204020203" pitchFamily="34" charset="0"/>
              </a:rPr>
              <a:t>© 2026 Realtek Semiconductor Corp. All rights reserved</a:t>
            </a:r>
            <a:endParaRPr lang="zh-CN" altLang="en-US" sz="675" b="1" dirty="0">
              <a:solidFill>
                <a:schemeClr val="bg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998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2" r:id="rId2"/>
    <p:sldLayoutId id="2147483811" r:id="rId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zh-TW" altLang="en-US" sz="2700" b="1" kern="1200" baseline="0" dirty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1pPr>
    </p:titleStyle>
    <p:bodyStyle>
      <a:lvl1pPr marL="257175" indent="-257175" algn="l" defTabSz="685800" rtl="0" eaLnBrk="1" latinLnBrk="0" hangingPunct="1">
        <a:lnSpc>
          <a:spcPct val="100000"/>
        </a:lnSpc>
        <a:spcBef>
          <a:spcPts val="225"/>
        </a:spcBef>
        <a:spcAft>
          <a:spcPts val="225"/>
        </a:spcAft>
        <a:buFont typeface="Wingdings" panose="05000000000000000000" pitchFamily="2" charset="2"/>
        <a:buChar char="n"/>
        <a:defRPr sz="1800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Font typeface="Arial" panose="020B0604020202020204" pitchFamily="34" charset="0"/>
        <a:buChar char="•"/>
        <a:defRPr sz="1500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Font typeface="Arial" panose="020B0604020202020204" pitchFamily="34" charset="0"/>
        <a:buChar char="•"/>
        <a:defRPr sz="1500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Font typeface="Arial" panose="020B0604020202020204" pitchFamily="34" charset="0"/>
        <a:buChar char="•"/>
        <a:defRPr sz="1350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Font typeface="Arial" panose="020B0604020202020204" pitchFamily="34" charset="0"/>
        <a:buChar char="•"/>
        <a:defRPr sz="1350" kern="1200" baseline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Tahoma" panose="020B060403050404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>
              <a:lnSpc>
                <a:spcPts val="4000"/>
              </a:lnSpc>
              <a:spcBef>
                <a:spcPts val="450"/>
              </a:spcBef>
              <a:spcAft>
                <a:spcPts val="1200"/>
              </a:spcAft>
            </a:pPr>
            <a:r>
              <a:rPr lang="zh-TW" altLang="en-US" sz="2800" dirty="0">
                <a:latin typeface="+mj-ea"/>
              </a:rPr>
              <a:t>中文標題微軟正黑</a:t>
            </a:r>
            <a:br>
              <a:rPr lang="en-US" altLang="zh-TW" sz="2800" dirty="0">
                <a:solidFill>
                  <a:schemeClr val="tx1"/>
                </a:solidFill>
                <a:latin typeface="+mj-ea"/>
              </a:rPr>
            </a:br>
            <a:r>
              <a:rPr lang="en-US" altLang="zh-TW" sz="2800" b="1" dirty="0">
                <a:cs typeface="Arial" panose="020B0604020202020204" pitchFamily="34" charset="0"/>
              </a:rPr>
              <a:t>English Font: Arial</a:t>
            </a:r>
            <a:endParaRPr lang="en-US" altLang="zh-TW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Name, date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9AA49CC-441D-40FC-B0B9-B20F73AF23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942" y="870490"/>
            <a:ext cx="2578074" cy="52764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 h="0"/>
          </a:sp3d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55AE045-B9DA-4279-9E26-EF9935FB244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14528"/>
            <a:ext cx="9143999" cy="22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68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標題 15">
            <a:extLst>
              <a:ext uri="{FF2B5EF4-FFF2-40B4-BE49-F238E27FC236}">
                <a16:creationId xmlns:a16="http://schemas.microsoft.com/office/drawing/2014/main" id="{E21AAC9D-B144-0364-5846-AE0150DD8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7" name="副標題 16">
            <a:extLst>
              <a:ext uri="{FF2B5EF4-FFF2-40B4-BE49-F238E27FC236}">
                <a16:creationId xmlns:a16="http://schemas.microsoft.com/office/drawing/2014/main" id="{BF66F8CA-4746-9E37-3FCA-0AE936902F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D10DC9B4-5E14-3AAD-6399-D2CCDACDF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9569" y="481274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3D494B-6B2C-41F5-A9C7-CA574244055D}" type="slidenum">
              <a:rPr lang="zh-TW" altLang="en-US" smtClean="0"/>
              <a:pPr/>
              <a:t>2</a:t>
            </a:fld>
            <a:endParaRPr lang="zh-TW" altLang="en-US" sz="1000"/>
          </a:p>
        </p:txBody>
      </p:sp>
    </p:spTree>
    <p:extLst>
      <p:ext uri="{BB962C8B-B14F-4D97-AF65-F5344CB8AC3E}">
        <p14:creationId xmlns:p14="http://schemas.microsoft.com/office/powerpoint/2010/main" val="421888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CDCAF13A-B60D-A20D-A63D-3A2D832E4C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879" y="1989998"/>
            <a:ext cx="2110206" cy="2886564"/>
          </a:xfrm>
          <a:prstGeom prst="rect">
            <a:avLst/>
          </a:prstGeom>
        </p:spPr>
      </p:pic>
      <p:pic>
        <p:nvPicPr>
          <p:cNvPr id="7" name="圖片 6" descr="一張含有 文字, 螢幕擷取畫面, 字型, 軟體 的圖片&#10;&#10;AI 產生的內容可能不正確。">
            <a:extLst>
              <a:ext uri="{FF2B5EF4-FFF2-40B4-BE49-F238E27FC236}">
                <a16:creationId xmlns:a16="http://schemas.microsoft.com/office/drawing/2014/main" id="{6F7C8F1B-82DD-4C69-AA7D-B6ED5115C7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955" y="1159667"/>
            <a:ext cx="3260054" cy="677932"/>
          </a:xfrm>
          <a:prstGeom prst="rect">
            <a:avLst/>
          </a:prstGeom>
        </p:spPr>
      </p:pic>
      <p:pic>
        <p:nvPicPr>
          <p:cNvPr id="4" name="圖片 3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88876017-5150-3D28-E53A-D00FD1879B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96" y="1119857"/>
            <a:ext cx="5024602" cy="3575514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583256DC-16BF-D00D-073A-17B5B940C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16" y="139030"/>
            <a:ext cx="8399859" cy="431551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如何改變圖表樣式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5FA5CB6-4113-C4D3-489D-C848A44F3CC8}"/>
              </a:ext>
            </a:extLst>
          </p:cNvPr>
          <p:cNvSpPr txBox="1"/>
          <p:nvPr/>
        </p:nvSpPr>
        <p:spPr>
          <a:xfrm>
            <a:off x="429816" y="592669"/>
            <a:ext cx="73869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改圖表顏色樣式</a:t>
            </a:r>
            <a:r>
              <a:rPr lang="en-US" altLang="zh-TW" dirty="0"/>
              <a:t>:</a:t>
            </a:r>
            <a:r>
              <a:rPr lang="zh-TW" altLang="en-US" dirty="0"/>
              <a:t> 滑鼠點一下圖表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選擇上方選單的圖表設計 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變更色彩</a:t>
            </a:r>
            <a:r>
              <a:rPr lang="en-US" altLang="zh-TW" dirty="0">
                <a:sym typeface="Wingdings" panose="05000000000000000000" pitchFamily="2" charset="2"/>
              </a:rPr>
              <a:t>--&gt;</a:t>
            </a:r>
            <a:r>
              <a:rPr lang="zh-TW" altLang="en-US" dirty="0">
                <a:sym typeface="Wingdings" panose="05000000000000000000" pitchFamily="2" charset="2"/>
              </a:rPr>
              <a:t>可變更色彩跟樣式 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1A2187-2C4D-9924-ABE3-AB0BF788F9EC}"/>
              </a:ext>
            </a:extLst>
          </p:cNvPr>
          <p:cNvSpPr/>
          <p:nvPr/>
        </p:nvSpPr>
        <p:spPr>
          <a:xfrm>
            <a:off x="3421735" y="1036320"/>
            <a:ext cx="584208" cy="38317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E9A3DA-B56F-2F7A-8CC7-820CAB90AFD7}"/>
              </a:ext>
            </a:extLst>
          </p:cNvPr>
          <p:cNvSpPr/>
          <p:nvPr/>
        </p:nvSpPr>
        <p:spPr>
          <a:xfrm>
            <a:off x="5730305" y="1203300"/>
            <a:ext cx="2969557" cy="59066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EDBEC1EA-B626-8C41-C8B8-824230F963CD}"/>
              </a:ext>
            </a:extLst>
          </p:cNvPr>
          <p:cNvSpPr/>
          <p:nvPr/>
        </p:nvSpPr>
        <p:spPr>
          <a:xfrm>
            <a:off x="4280233" y="1119857"/>
            <a:ext cx="1123405" cy="16688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8C160F-9548-3738-40CD-577BFC6F5A88}"/>
              </a:ext>
            </a:extLst>
          </p:cNvPr>
          <p:cNvSpPr/>
          <p:nvPr/>
        </p:nvSpPr>
        <p:spPr>
          <a:xfrm>
            <a:off x="6105697" y="2052254"/>
            <a:ext cx="1566554" cy="27620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DA3C28FE-E4BE-A2E2-18FA-08EF916473D0}"/>
              </a:ext>
            </a:extLst>
          </p:cNvPr>
          <p:cNvSpPr/>
          <p:nvPr/>
        </p:nvSpPr>
        <p:spPr>
          <a:xfrm rot="4233872">
            <a:off x="5806413" y="1801577"/>
            <a:ext cx="797877" cy="33615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9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標題 16">
            <a:extLst>
              <a:ext uri="{FF2B5EF4-FFF2-40B4-BE49-F238E27FC236}">
                <a16:creationId xmlns:a16="http://schemas.microsoft.com/office/drawing/2014/main" id="{5F85B58D-3ABA-465E-AFF4-3F1C6933600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latin typeface="+mj-ea"/>
              </a:rPr>
              <a:t>版型</a:t>
            </a:r>
            <a:r>
              <a:rPr lang="en-US" altLang="zh-TW" dirty="0">
                <a:latin typeface="+mj-ea"/>
              </a:rPr>
              <a:t>-</a:t>
            </a:r>
            <a:r>
              <a:rPr lang="zh-TW" altLang="en-US" dirty="0">
                <a:latin typeface="+mj-ea"/>
              </a:rPr>
              <a:t>表格與配色範例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67E1E7-79C8-4C7B-A76C-E04B0D7AF723}"/>
              </a:ext>
            </a:extLst>
          </p:cNvPr>
          <p:cNvSpPr/>
          <p:nvPr/>
        </p:nvSpPr>
        <p:spPr>
          <a:xfrm>
            <a:off x="437955" y="682284"/>
            <a:ext cx="5576146" cy="3791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algn="ctr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投影片編號版面配置區 5">
            <a:extLst>
              <a:ext uri="{FF2B5EF4-FFF2-40B4-BE49-F238E27FC236}">
                <a16:creationId xmlns:a16="http://schemas.microsoft.com/office/drawing/2014/main" id="{D15B4EC6-69A3-4464-9CA0-D0643DE2C5A8}"/>
              </a:ext>
            </a:extLst>
          </p:cNvPr>
          <p:cNvSpPr txBox="1">
            <a:spLocks/>
          </p:cNvSpPr>
          <p:nvPr/>
        </p:nvSpPr>
        <p:spPr>
          <a:xfrm>
            <a:off x="6456574" y="3588706"/>
            <a:ext cx="412921" cy="194701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B5B4039-CDDE-46DD-8545-0A5633482654}" type="slidenum">
              <a:rPr lang="zh-TW" altLang="en-US" sz="750" b="1" smtClean="0">
                <a:solidFill>
                  <a:schemeClr val="bg1"/>
                </a:solidFill>
                <a:latin typeface="Tahoma" panose="020B0604030504040204" pitchFamily="34" charset="0"/>
              </a:rPr>
              <a:pPr algn="ctr"/>
              <a:t>4</a:t>
            </a:fld>
            <a:endParaRPr lang="zh-TW" altLang="en-US" sz="750" b="1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1BEDDE-C90E-4C5B-8630-0C5CF7D41CB3}"/>
              </a:ext>
            </a:extLst>
          </p:cNvPr>
          <p:cNvSpPr/>
          <p:nvPr/>
        </p:nvSpPr>
        <p:spPr>
          <a:xfrm>
            <a:off x="6452274" y="3354112"/>
            <a:ext cx="2314989" cy="1185244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63500" algn="ctr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2DD8CF-3247-4AE4-8295-C07B1BDF7BB5}"/>
              </a:ext>
            </a:extLst>
          </p:cNvPr>
          <p:cNvSpPr/>
          <p:nvPr/>
        </p:nvSpPr>
        <p:spPr>
          <a:xfrm>
            <a:off x="6452274" y="682723"/>
            <a:ext cx="2314989" cy="25522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algn="ctr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3021CCA-FEA6-417B-BDA1-767750E6B179}"/>
              </a:ext>
            </a:extLst>
          </p:cNvPr>
          <p:cNvCxnSpPr/>
          <p:nvPr/>
        </p:nvCxnSpPr>
        <p:spPr>
          <a:xfrm>
            <a:off x="6469154" y="2556616"/>
            <a:ext cx="231498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1E743562-F608-4BED-B7A5-91D7938E4411}"/>
              </a:ext>
            </a:extLst>
          </p:cNvPr>
          <p:cNvCxnSpPr/>
          <p:nvPr/>
        </p:nvCxnSpPr>
        <p:spPr>
          <a:xfrm>
            <a:off x="6469154" y="1616191"/>
            <a:ext cx="231498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4AB4BFF-6656-4017-92BA-94FB82C68108}"/>
              </a:ext>
            </a:extLst>
          </p:cNvPr>
          <p:cNvSpPr txBox="1"/>
          <p:nvPr/>
        </p:nvSpPr>
        <p:spPr>
          <a:xfrm>
            <a:off x="6552121" y="842552"/>
            <a:ext cx="2298287" cy="97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說明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1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2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b="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943AF47-E4F9-491A-BC15-F2ECECF5738E}"/>
              </a:ext>
            </a:extLst>
          </p:cNvPr>
          <p:cNvSpPr txBox="1"/>
          <p:nvPr/>
        </p:nvSpPr>
        <p:spPr>
          <a:xfrm>
            <a:off x="6603576" y="3457116"/>
            <a:ext cx="224186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lnSpc>
                <a:spcPts val="2000"/>
              </a:lnSpc>
              <a:defRPr sz="1400" b="0">
                <a:solidFill>
                  <a:schemeClr val="tx2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ts val="1400"/>
              </a:lnSpc>
            </a:pPr>
            <a:r>
              <a:rPr lang="zh-TW" altLang="en-US" sz="1200" dirty="0">
                <a:solidFill>
                  <a:schemeClr val="tx2"/>
                </a:solidFill>
              </a:rPr>
              <a:t>重點</a:t>
            </a:r>
            <a:r>
              <a:rPr lang="en-US" altLang="zh-TW" sz="1200" dirty="0">
                <a:solidFill>
                  <a:schemeClr val="tx2"/>
                </a:solidFill>
              </a:rPr>
              <a:t>summarize </a:t>
            </a:r>
          </a:p>
          <a:p>
            <a:pPr>
              <a:lnSpc>
                <a:spcPts val="1400"/>
              </a:lnSpc>
            </a:pPr>
            <a:r>
              <a:rPr lang="en-US" altLang="zh-TW" sz="1200" dirty="0">
                <a:solidFill>
                  <a:schemeClr val="tx2"/>
                </a:solidFill>
              </a:rPr>
              <a:t>1</a:t>
            </a:r>
          </a:p>
          <a:p>
            <a:pPr>
              <a:lnSpc>
                <a:spcPts val="1400"/>
              </a:lnSpc>
            </a:pPr>
            <a:r>
              <a:rPr lang="en-US" altLang="zh-TW" sz="1200" dirty="0">
                <a:solidFill>
                  <a:schemeClr val="tx2"/>
                </a:solidFill>
              </a:rPr>
              <a:t>2</a:t>
            </a:r>
          </a:p>
          <a:p>
            <a:pPr>
              <a:lnSpc>
                <a:spcPts val="1400"/>
              </a:lnSpc>
            </a:pPr>
            <a:r>
              <a:rPr lang="en-US" altLang="zh-TW" sz="1200" dirty="0">
                <a:solidFill>
                  <a:schemeClr val="tx2"/>
                </a:solidFill>
              </a:rPr>
              <a:t>3</a:t>
            </a:r>
          </a:p>
          <a:p>
            <a:pPr>
              <a:lnSpc>
                <a:spcPts val="1400"/>
              </a:lnSpc>
            </a:pPr>
            <a:r>
              <a:rPr lang="en-US" altLang="zh-TW" sz="1200" dirty="0">
                <a:solidFill>
                  <a:schemeClr val="tx2"/>
                </a:solidFill>
              </a:rPr>
              <a:t>4</a:t>
            </a:r>
            <a:endParaRPr lang="zh-TW" altLang="en-US" sz="1200" dirty="0">
              <a:solidFill>
                <a:schemeClr val="tx2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4D22065-8C8C-4F80-8DAA-0FD727D41E19}"/>
              </a:ext>
            </a:extLst>
          </p:cNvPr>
          <p:cNvSpPr txBox="1"/>
          <p:nvPr/>
        </p:nvSpPr>
        <p:spPr>
          <a:xfrm>
            <a:off x="6922394" y="543190"/>
            <a:ext cx="1494019" cy="27097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50800" dir="48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sz="1400" dirty="0">
                <a:solidFill>
                  <a:schemeClr val="bg1"/>
                </a:solidFill>
              </a:rPr>
              <a:t>類別 </a:t>
            </a:r>
            <a:r>
              <a:rPr lang="en-US" altLang="zh-TW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116BB17-8214-492B-B824-DE5CCCEEF9AA}"/>
              </a:ext>
            </a:extLst>
          </p:cNvPr>
          <p:cNvSpPr txBox="1"/>
          <p:nvPr/>
        </p:nvSpPr>
        <p:spPr>
          <a:xfrm>
            <a:off x="6951257" y="1505219"/>
            <a:ext cx="1394355" cy="25744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50800" dir="48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14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類別 </a:t>
            </a:r>
            <a:r>
              <a:rPr lang="en-US" altLang="zh-TW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1B0E97D-DBDF-491D-BFB1-9ABBD0B92308}"/>
              </a:ext>
            </a:extLst>
          </p:cNvPr>
          <p:cNvSpPr txBox="1"/>
          <p:nvPr/>
        </p:nvSpPr>
        <p:spPr>
          <a:xfrm>
            <a:off x="6922394" y="2425566"/>
            <a:ext cx="1394355" cy="22309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50800" dir="48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14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類別 </a:t>
            </a:r>
            <a:r>
              <a:rPr lang="en-US" altLang="zh-TW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34" name="圖片 33" descr="一張含有 標誌, 符號, 字型, 圖形 的圖片&#10;&#10;AI 產生的內容可能不正確。">
            <a:extLst>
              <a:ext uri="{FF2B5EF4-FFF2-40B4-BE49-F238E27FC236}">
                <a16:creationId xmlns:a16="http://schemas.microsoft.com/office/drawing/2014/main" id="{0F228E44-F577-4E09-A270-2DABC9C9C5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06720" y="4376153"/>
            <a:ext cx="230365" cy="224157"/>
          </a:xfrm>
          <a:prstGeom prst="rect">
            <a:avLst/>
          </a:prstGeom>
        </p:spPr>
      </p:pic>
      <p:pic>
        <p:nvPicPr>
          <p:cNvPr id="36" name="圖片 35" descr="一張含有 標誌, 符號, 字型, 圖形 的圖片&#10;&#10;AI 產生的內容可能不正確。">
            <a:extLst>
              <a:ext uri="{FF2B5EF4-FFF2-40B4-BE49-F238E27FC236}">
                <a16:creationId xmlns:a16="http://schemas.microsoft.com/office/drawing/2014/main" id="{8C6775FC-D32F-4E3D-9A1A-A3C7614C00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6420122" y="3293158"/>
            <a:ext cx="211432" cy="205733"/>
          </a:xfrm>
          <a:prstGeom prst="rect">
            <a:avLst/>
          </a:prstGeom>
        </p:spPr>
      </p:pic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83E2F57E-4B21-4E21-829C-FF1E63B076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2933206"/>
              </p:ext>
            </p:extLst>
          </p:nvPr>
        </p:nvGraphicFramePr>
        <p:xfrm>
          <a:off x="518803" y="669866"/>
          <a:ext cx="5491644" cy="3618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0" name="文字方塊 39">
            <a:extLst>
              <a:ext uri="{FF2B5EF4-FFF2-40B4-BE49-F238E27FC236}">
                <a16:creationId xmlns:a16="http://schemas.microsoft.com/office/drawing/2014/main" id="{78F5267C-5B45-40F3-8D0C-B64D58A6D976}"/>
              </a:ext>
            </a:extLst>
          </p:cNvPr>
          <p:cNvSpPr txBox="1"/>
          <p:nvPr/>
        </p:nvSpPr>
        <p:spPr>
          <a:xfrm>
            <a:off x="6568823" y="1735298"/>
            <a:ext cx="2298287" cy="97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說明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1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2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b="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7C19C98-E12D-4D33-B77F-41D860220F78}"/>
              </a:ext>
            </a:extLst>
          </p:cNvPr>
          <p:cNvSpPr txBox="1"/>
          <p:nvPr/>
        </p:nvSpPr>
        <p:spPr>
          <a:xfrm>
            <a:off x="6552121" y="2585961"/>
            <a:ext cx="2298287" cy="97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說明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1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2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b="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108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840E3194-7B8C-4341-BF0C-49C2477E0676}"/>
              </a:ext>
            </a:extLst>
          </p:cNvPr>
          <p:cNvSpPr/>
          <p:nvPr/>
        </p:nvSpPr>
        <p:spPr>
          <a:xfrm>
            <a:off x="417698" y="2550505"/>
            <a:ext cx="3156520" cy="2105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algn="ctr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9D9129-01F1-44F2-9EB3-2E9C9BB559FF}"/>
              </a:ext>
            </a:extLst>
          </p:cNvPr>
          <p:cNvSpPr/>
          <p:nvPr/>
        </p:nvSpPr>
        <p:spPr>
          <a:xfrm>
            <a:off x="4063616" y="619248"/>
            <a:ext cx="4708181" cy="36832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algn="ctr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標題 16">
            <a:extLst>
              <a:ext uri="{FF2B5EF4-FFF2-40B4-BE49-F238E27FC236}">
                <a16:creationId xmlns:a16="http://schemas.microsoft.com/office/drawing/2014/main" id="{5F85B58D-3ABA-465E-AFF4-3F1C6933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376" y="151514"/>
            <a:ext cx="8417299" cy="431551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latin typeface="+mj-ea"/>
              </a:rPr>
              <a:t>版型</a:t>
            </a:r>
            <a:r>
              <a:rPr lang="en-US" altLang="zh-TW" dirty="0">
                <a:latin typeface="+mj-ea"/>
              </a:rPr>
              <a:t>-</a:t>
            </a:r>
            <a:r>
              <a:rPr lang="zh-TW" altLang="en-US" dirty="0">
                <a:latin typeface="+mj-ea"/>
              </a:rPr>
              <a:t>表格與配色範例</a:t>
            </a: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3F363CE2-ED07-402E-8839-81702F3376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198" y="-50566"/>
            <a:ext cx="582104" cy="760460"/>
          </a:xfrm>
          <a:prstGeom prst="rect">
            <a:avLst/>
          </a:prstGeom>
        </p:spPr>
      </p:pic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A83232B5-1118-41B4-A143-0D29B9B9A3DC}"/>
              </a:ext>
            </a:extLst>
          </p:cNvPr>
          <p:cNvGraphicFramePr/>
          <p:nvPr/>
        </p:nvGraphicFramePr>
        <p:xfrm>
          <a:off x="4006142" y="630396"/>
          <a:ext cx="4765655" cy="3740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D39A7916-382D-479D-80C6-4F00F68EF1B1}"/>
              </a:ext>
            </a:extLst>
          </p:cNvPr>
          <p:cNvGraphicFramePr>
            <a:graphicFrameLocks noGrp="1"/>
          </p:cNvGraphicFramePr>
          <p:nvPr/>
        </p:nvGraphicFramePr>
        <p:xfrm>
          <a:off x="464906" y="663763"/>
          <a:ext cx="3109312" cy="141114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77328">
                  <a:extLst>
                    <a:ext uri="{9D8B030D-6E8A-4147-A177-3AD203B41FA5}">
                      <a16:colId xmlns:a16="http://schemas.microsoft.com/office/drawing/2014/main" val="1219860976"/>
                    </a:ext>
                  </a:extLst>
                </a:gridCol>
                <a:gridCol w="777328">
                  <a:extLst>
                    <a:ext uri="{9D8B030D-6E8A-4147-A177-3AD203B41FA5}">
                      <a16:colId xmlns:a16="http://schemas.microsoft.com/office/drawing/2014/main" val="3854341544"/>
                    </a:ext>
                  </a:extLst>
                </a:gridCol>
                <a:gridCol w="777328">
                  <a:extLst>
                    <a:ext uri="{9D8B030D-6E8A-4147-A177-3AD203B41FA5}">
                      <a16:colId xmlns:a16="http://schemas.microsoft.com/office/drawing/2014/main" val="3942212470"/>
                    </a:ext>
                  </a:extLst>
                </a:gridCol>
                <a:gridCol w="777328">
                  <a:extLst>
                    <a:ext uri="{9D8B030D-6E8A-4147-A177-3AD203B41FA5}">
                      <a16:colId xmlns:a16="http://schemas.microsoft.com/office/drawing/2014/main" val="2353895642"/>
                    </a:ext>
                  </a:extLst>
                </a:gridCol>
              </a:tblGrid>
              <a:tr h="22429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產品</a:t>
                      </a:r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產品</a:t>
                      </a: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產品</a:t>
                      </a:r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629248"/>
                  </a:ext>
                </a:extLst>
              </a:tr>
              <a:tr h="279883">
                <a:tc>
                  <a:txBody>
                    <a:bodyPr/>
                    <a:lstStyle/>
                    <a:p>
                      <a:r>
                        <a:rPr lang="en-US" altLang="zh-TW" sz="1200" b="0" dirty="0">
                          <a:latin typeface="+mj-lt"/>
                          <a:ea typeface="+mj-ea"/>
                        </a:rPr>
                        <a:t>2022</a:t>
                      </a:r>
                      <a:endParaRPr lang="zh-TW" altLang="en-US" sz="1200" b="0" dirty="0">
                        <a:latin typeface="+mj-lt"/>
                        <a:ea typeface="+mj-ea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4.3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2.4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extLst>
                  <a:ext uri="{0D108BD9-81ED-4DB2-BD59-A6C34878D82A}">
                    <a16:rowId xmlns:a16="http://schemas.microsoft.com/office/drawing/2014/main" val="4228982510"/>
                  </a:ext>
                </a:extLst>
              </a:tr>
              <a:tr h="27988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u="none" strike="noStrike" baseline="0" dirty="0">
                          <a:solidFill>
                            <a:srgbClr val="000000"/>
                          </a:solidFill>
                          <a:latin typeface="+mj-lt"/>
                          <a:ea typeface="+mj-ea"/>
                        </a:rPr>
                        <a:t>2023</a:t>
                      </a:r>
                      <a:endParaRPr lang="zh-TW" altLang="en-US" sz="1200" b="0" dirty="0">
                        <a:latin typeface="+mj-lt"/>
                        <a:ea typeface="+mj-ea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2.5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4.4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extLst>
                  <a:ext uri="{0D108BD9-81ED-4DB2-BD59-A6C34878D82A}">
                    <a16:rowId xmlns:a16="http://schemas.microsoft.com/office/drawing/2014/main" val="443469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u="none" strike="noStrike" baseline="0" dirty="0">
                          <a:solidFill>
                            <a:srgbClr val="000000"/>
                          </a:solidFill>
                          <a:latin typeface="+mj-lt"/>
                          <a:ea typeface="+mj-ea"/>
                        </a:rPr>
                        <a:t>2024</a:t>
                      </a:r>
                      <a:endParaRPr lang="zh-TW" altLang="en-US" sz="1200" b="0" dirty="0">
                        <a:latin typeface="+mj-lt"/>
                        <a:ea typeface="+mj-ea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3.5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1.8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extLst>
                  <a:ext uri="{0D108BD9-81ED-4DB2-BD59-A6C34878D82A}">
                    <a16:rowId xmlns:a16="http://schemas.microsoft.com/office/drawing/2014/main" val="4086344470"/>
                  </a:ext>
                </a:extLst>
              </a:tr>
              <a:tr h="27988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u="none" strike="noStrike" baseline="0" dirty="0">
                          <a:solidFill>
                            <a:srgbClr val="000000"/>
                          </a:solidFill>
                          <a:latin typeface="+mj-lt"/>
                          <a:ea typeface="+mj-ea"/>
                        </a:rPr>
                        <a:t>2025</a:t>
                      </a:r>
                      <a:endParaRPr lang="zh-TW" altLang="en-US" sz="1200" b="0" dirty="0">
                        <a:latin typeface="+mj-lt"/>
                        <a:ea typeface="+mj-ea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4.5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2.8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108000" marR="108000" marT="6350" marB="0" anchor="ctr"/>
                </a:tc>
                <a:extLst>
                  <a:ext uri="{0D108BD9-81ED-4DB2-BD59-A6C34878D82A}">
                    <a16:rowId xmlns:a16="http://schemas.microsoft.com/office/drawing/2014/main" val="2379223982"/>
                  </a:ext>
                </a:extLst>
              </a:tr>
            </a:tbl>
          </a:graphicData>
        </a:graphic>
      </p:graphicFrame>
      <p:sp>
        <p:nvSpPr>
          <p:cNvPr id="26" name="文字方塊 25">
            <a:extLst>
              <a:ext uri="{FF2B5EF4-FFF2-40B4-BE49-F238E27FC236}">
                <a16:creationId xmlns:a16="http://schemas.microsoft.com/office/drawing/2014/main" id="{36D6406F-73BD-452D-8C1B-E5315C642D21}"/>
              </a:ext>
            </a:extLst>
          </p:cNvPr>
          <p:cNvSpPr txBox="1"/>
          <p:nvPr/>
        </p:nvSpPr>
        <p:spPr>
          <a:xfrm>
            <a:off x="1614081" y="2550504"/>
            <a:ext cx="2298287" cy="97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說明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1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2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b="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55A26E3-6B2D-4159-805A-7ECF4C6DB692}"/>
              </a:ext>
            </a:extLst>
          </p:cNvPr>
          <p:cNvSpPr txBox="1"/>
          <p:nvPr/>
        </p:nvSpPr>
        <p:spPr>
          <a:xfrm>
            <a:off x="464907" y="2590737"/>
            <a:ext cx="859973" cy="26764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50800" dir="48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sz="1400" dirty="0">
                <a:solidFill>
                  <a:schemeClr val="bg1"/>
                </a:solidFill>
              </a:rPr>
              <a:t>產品</a:t>
            </a:r>
            <a:r>
              <a:rPr lang="en-US" altLang="zh-TW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D5C9D0C-87A9-45AB-A131-7DC1374E79A7}"/>
              </a:ext>
            </a:extLst>
          </p:cNvPr>
          <p:cNvSpPr txBox="1"/>
          <p:nvPr/>
        </p:nvSpPr>
        <p:spPr>
          <a:xfrm>
            <a:off x="464906" y="3312872"/>
            <a:ext cx="859974" cy="2676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50800" dir="48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14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產品</a:t>
            </a:r>
            <a:r>
              <a:rPr lang="en-US" altLang="zh-TW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195D1D4-533F-474A-93A9-4C7C47F71E07}"/>
              </a:ext>
            </a:extLst>
          </p:cNvPr>
          <p:cNvSpPr txBox="1"/>
          <p:nvPr/>
        </p:nvSpPr>
        <p:spPr>
          <a:xfrm>
            <a:off x="464906" y="4051662"/>
            <a:ext cx="859974" cy="23193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50800" dir="48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14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</a:rPr>
              <a:t>產品</a:t>
            </a:r>
            <a:r>
              <a:rPr lang="en-US" altLang="zh-TW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5FA1C42-5C46-44BD-93AA-7F929A983F30}"/>
              </a:ext>
            </a:extLst>
          </p:cNvPr>
          <p:cNvSpPr txBox="1"/>
          <p:nvPr/>
        </p:nvSpPr>
        <p:spPr>
          <a:xfrm>
            <a:off x="1630077" y="3311171"/>
            <a:ext cx="2298287" cy="97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說明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1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2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b="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BC0E938-761C-49DD-941A-B8B89EED1326}"/>
              </a:ext>
            </a:extLst>
          </p:cNvPr>
          <p:cNvSpPr txBox="1"/>
          <p:nvPr/>
        </p:nvSpPr>
        <p:spPr>
          <a:xfrm>
            <a:off x="2662074" y="2075532"/>
            <a:ext cx="10297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單位</a:t>
            </a:r>
            <a:r>
              <a:rPr lang="en-US" altLang="zh-TW" dirty="0"/>
              <a:t>:</a:t>
            </a:r>
            <a:r>
              <a:rPr lang="zh-TW" altLang="en-US" dirty="0"/>
              <a:t> 百萬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F01780A-B99D-4B8E-9F57-63CB4E41A5B9}"/>
              </a:ext>
            </a:extLst>
          </p:cNvPr>
          <p:cNvSpPr txBox="1"/>
          <p:nvPr/>
        </p:nvSpPr>
        <p:spPr>
          <a:xfrm>
            <a:off x="1613465" y="4003353"/>
            <a:ext cx="1685547" cy="97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說明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1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Highlight 2</a:t>
            </a:r>
            <a:r>
              <a:rPr lang="zh-TW" altLang="en-US" sz="11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ts val="1400"/>
              </a:lnSpc>
              <a:buFont typeface="Arial" panose="020B0604020202020204" pitchFamily="34" charset="0"/>
              <a:buChar char="•"/>
            </a:pPr>
            <a:endParaRPr lang="en-US" altLang="zh-TW" sz="1100" b="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5FB89036-678A-45E8-9F21-693E9953479D}"/>
              </a:ext>
            </a:extLst>
          </p:cNvPr>
          <p:cNvCxnSpPr/>
          <p:nvPr/>
        </p:nvCxnSpPr>
        <p:spPr>
          <a:xfrm>
            <a:off x="512486" y="3222864"/>
            <a:ext cx="295842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85046A70-4635-495E-90F9-6FD9EEB76203}"/>
              </a:ext>
            </a:extLst>
          </p:cNvPr>
          <p:cNvCxnSpPr/>
          <p:nvPr/>
        </p:nvCxnSpPr>
        <p:spPr>
          <a:xfrm>
            <a:off x="540351" y="3955908"/>
            <a:ext cx="295842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553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AD8303A-0CBB-4709-F647-3672DD552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A40245C-78E8-5D92-D41C-3755395541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3AE2CE1A-7D9E-9490-4AFA-0E501D59C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9569" y="481274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3D494B-6B2C-41F5-A9C7-CA574244055D}" type="slidenum">
              <a:rPr lang="zh-TW" altLang="en-US" smtClean="0"/>
              <a:pPr/>
              <a:t>6</a:t>
            </a:fld>
            <a:endParaRPr lang="zh-TW" altLang="en-US" sz="1000"/>
          </a:p>
        </p:txBody>
      </p:sp>
    </p:spTree>
    <p:extLst>
      <p:ext uri="{BB962C8B-B14F-4D97-AF65-F5344CB8AC3E}">
        <p14:creationId xmlns:p14="http://schemas.microsoft.com/office/powerpoint/2010/main" val="5593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574BCED-BCD8-F007-6F56-17EE45EE9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376" y="151514"/>
            <a:ext cx="8417299" cy="431551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AECF924-6865-F15F-A1B1-A5C86EAE1C3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989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38B029A-BD0E-6F62-09E2-7527F4E347E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BDFCEBA-434B-0992-80FB-EADD5F5A2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16" y="139030"/>
            <a:ext cx="8399859" cy="431551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E881A5-5E76-45A7-EC9F-548CD5038FB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2296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5C83216C-DEC8-97BB-6461-FA35BC8B6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44" y="148083"/>
            <a:ext cx="8122943" cy="431551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F2883374-0EBB-853E-C681-3F58764DB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7640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3D5A513-9DB9-B53F-5D3E-5F733E1DCB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7B8BF6F9-86E5-A2FF-49A8-D829E23662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8EBCB67C-EA83-CA11-D64B-79F961207F7C}"/>
              </a:ext>
            </a:extLst>
          </p:cNvPr>
          <p:cNvSpPr txBox="1">
            <a:spLocks/>
          </p:cNvSpPr>
          <p:nvPr/>
        </p:nvSpPr>
        <p:spPr>
          <a:xfrm>
            <a:off x="6924083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685800" rtl="0" eaLnBrk="1" latinLnBrk="0" hangingPunct="1">
              <a:defRPr sz="1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3D494B-6B2C-41F5-A9C7-CA574244055D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749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0B3069B-B119-95FD-BB1C-155A1956A7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3A0F3F16-F7B0-968B-91B6-0ED6FD6878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5">
            <a:extLst>
              <a:ext uri="{FF2B5EF4-FFF2-40B4-BE49-F238E27FC236}">
                <a16:creationId xmlns:a16="http://schemas.microsoft.com/office/drawing/2014/main" id="{E1B0458E-A91E-73D8-6D86-F18445D557EB}"/>
              </a:ext>
            </a:extLst>
          </p:cNvPr>
          <p:cNvSpPr txBox="1">
            <a:spLocks/>
          </p:cNvSpPr>
          <p:nvPr/>
        </p:nvSpPr>
        <p:spPr>
          <a:xfrm>
            <a:off x="6924083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685800" rtl="0" eaLnBrk="1" latinLnBrk="0" hangingPunct="1">
              <a:defRPr sz="1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3D494B-6B2C-41F5-A9C7-CA574244055D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1158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A1B0CFB-2AC8-0FE2-DE6F-231924204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89B4B2BE-1486-E8C7-D7FB-FFA5733385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D14A3557-F2A3-2972-AE9B-03068174262F}"/>
              </a:ext>
            </a:extLst>
          </p:cNvPr>
          <p:cNvSpPr txBox="1">
            <a:spLocks/>
          </p:cNvSpPr>
          <p:nvPr/>
        </p:nvSpPr>
        <p:spPr>
          <a:xfrm>
            <a:off x="6924083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685800" rtl="0" eaLnBrk="1" latinLnBrk="0" hangingPunct="1">
              <a:defRPr sz="1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3D494B-6B2C-41F5-A9C7-CA574244055D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0971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599423"/>
      </p:ext>
    </p:extLst>
  </p:cSld>
  <p:clrMapOvr>
    <a:masterClrMapping/>
  </p:clrMapOvr>
</p:sld>
</file>

<file path=ppt/theme/theme1.xml><?xml version="1.0" encoding="utf-8"?>
<a:theme xmlns:a="http://schemas.openxmlformats.org/drawingml/2006/main" name="首頁和末頁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訂 1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錄或章節">
  <a:themeElements>
    <a:clrScheme name="暖調藍色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訂 1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內頁-繁中英文">
  <a:themeElements>
    <a:clrScheme name="暖調藍色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訂 1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內頁-簡中英文">
  <a:themeElements>
    <a:clrScheme name="暖調藍色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訂 1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12066</TotalTime>
  <Words>147</Words>
  <Application>Microsoft Office PowerPoint</Application>
  <PresentationFormat>如螢幕大小 (16:9)</PresentationFormat>
  <Paragraphs>67</Paragraphs>
  <Slides>13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Microsoft JhengHei UI</vt:lpstr>
      <vt:lpstr>Arial</vt:lpstr>
      <vt:lpstr>Calibri</vt:lpstr>
      <vt:lpstr>Tahoma</vt:lpstr>
      <vt:lpstr>Wingdings</vt:lpstr>
      <vt:lpstr>首頁和末頁</vt:lpstr>
      <vt:lpstr>目錄或章節</vt:lpstr>
      <vt:lpstr>內頁-繁中英文</vt:lpstr>
      <vt:lpstr>2_內頁-簡中英文</vt:lpstr>
      <vt:lpstr>中文標題微軟正黑 English Font: Arial</vt:lpstr>
      <vt:lpstr>PowerPoint 簡報</vt:lpstr>
      <vt:lpstr>如何改變圖表樣式</vt:lpstr>
      <vt:lpstr>版型-表格與配色範例</vt:lpstr>
      <vt:lpstr>版型-表格與配色範例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林玫秀</dc:creator>
  <cp:lastModifiedBy>Amy Lin 林玫秀</cp:lastModifiedBy>
  <cp:revision>767</cp:revision>
  <dcterms:created xsi:type="dcterms:W3CDTF">2020-02-21T10:20:28Z</dcterms:created>
  <dcterms:modified xsi:type="dcterms:W3CDTF">2025-12-30T08:26:06Z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6379805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S10.9.4</vt:lpwstr>
  </property>
</Properties>
</file>